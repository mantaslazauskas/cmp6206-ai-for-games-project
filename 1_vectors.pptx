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8" r:id="rId2"/>
    <p:sldId id="388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5" r:id="rId14"/>
    <p:sldId id="364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9" r:id="rId38"/>
    <p:sldId id="390" r:id="rId39"/>
    <p:sldId id="391" r:id="rId40"/>
    <p:sldId id="392" r:id="rId41"/>
    <p:sldId id="32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5C839-C32C-4659-96AF-B5D9805EA19B}" v="123" dt="2020-09-20T12:53:38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2" autoAdjust="0"/>
    <p:restoredTop sz="74558" autoAdjust="0"/>
  </p:normalViewPr>
  <p:slideViewPr>
    <p:cSldViewPr snapToGrid="0">
      <p:cViewPr varScale="1">
        <p:scale>
          <a:sx n="120" d="100"/>
          <a:sy n="120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 Harvey" userId="7fc0bd1f-30c9-4658-ad48-1164658ac012" providerId="ADAL" clId="{0625C839-C32C-4659-96AF-B5D9805EA19B}"/>
    <pc:docChg chg="undo custSel addSld delSld modSld modMainMaster">
      <pc:chgData name="Carlo Harvey" userId="7fc0bd1f-30c9-4658-ad48-1164658ac012" providerId="ADAL" clId="{0625C839-C32C-4659-96AF-B5D9805EA19B}" dt="2020-09-20T12:32:55.549" v="259" actId="2711"/>
      <pc:docMkLst>
        <pc:docMk/>
      </pc:docMkLst>
      <pc:sldChg chg="modSp">
        <pc:chgData name="Carlo Harvey" userId="7fc0bd1f-30c9-4658-ad48-1164658ac012" providerId="ADAL" clId="{0625C839-C32C-4659-96AF-B5D9805EA19B}" dt="2020-09-20T12:32:45.083" v="258" actId="2711"/>
        <pc:sldMkLst>
          <pc:docMk/>
          <pc:sldMk cId="2048106018" sldId="258"/>
        </pc:sldMkLst>
        <pc:spChg chg="mod">
          <ac:chgData name="Carlo Harvey" userId="7fc0bd1f-30c9-4658-ad48-1164658ac012" providerId="ADAL" clId="{0625C839-C32C-4659-96AF-B5D9805EA19B}" dt="2020-09-20T12:32:45.083" v="258" actId="2711"/>
          <ac:spMkLst>
            <pc:docMk/>
            <pc:sldMk cId="2048106018" sldId="258"/>
            <ac:spMk id="2" creationId="{479230CF-78FE-4F64-A9CC-ACA657029335}"/>
          </ac:spMkLst>
        </pc:spChg>
        <pc:spChg chg="mod">
          <ac:chgData name="Carlo Harvey" userId="7fc0bd1f-30c9-4658-ad48-1164658ac012" providerId="ADAL" clId="{0625C839-C32C-4659-96AF-B5D9805EA19B}" dt="2020-09-20T12:32:45.083" v="258" actId="2711"/>
          <ac:spMkLst>
            <pc:docMk/>
            <pc:sldMk cId="2048106018" sldId="258"/>
            <ac:spMk id="3" creationId="{06C296EC-A841-49AB-AC7B-4A212B399FB7}"/>
          </ac:spMkLst>
        </pc:spChg>
      </pc:sldChg>
      <pc:sldChg chg="addSp delSp modSp del">
        <pc:chgData name="Carlo Harvey" userId="7fc0bd1f-30c9-4658-ad48-1164658ac012" providerId="ADAL" clId="{0625C839-C32C-4659-96AF-B5D9805EA19B}" dt="2020-09-20T12:15:30.917" v="103" actId="2696"/>
        <pc:sldMkLst>
          <pc:docMk/>
          <pc:sldMk cId="3063296838" sldId="260"/>
        </pc:sldMkLst>
        <pc:spChg chg="mod">
          <ac:chgData name="Carlo Harvey" userId="7fc0bd1f-30c9-4658-ad48-1164658ac012" providerId="ADAL" clId="{0625C839-C32C-4659-96AF-B5D9805EA19B}" dt="2020-09-20T12:11:40.510" v="81" actId="6549"/>
          <ac:spMkLst>
            <pc:docMk/>
            <pc:sldMk cId="3063296838" sldId="260"/>
            <ac:spMk id="2" creationId="{00000000-0000-0000-0000-000000000000}"/>
          </ac:spMkLst>
        </pc:spChg>
        <pc:spChg chg="mod">
          <ac:chgData name="Carlo Harvey" userId="7fc0bd1f-30c9-4658-ad48-1164658ac012" providerId="ADAL" clId="{0625C839-C32C-4659-96AF-B5D9805EA19B}" dt="2020-09-20T12:11:35.840" v="80" actId="6549"/>
          <ac:spMkLst>
            <pc:docMk/>
            <pc:sldMk cId="3063296838" sldId="260"/>
            <ac:spMk id="3" creationId="{00000000-0000-0000-0000-000000000000}"/>
          </ac:spMkLst>
        </pc:spChg>
        <pc:picChg chg="add del">
          <ac:chgData name="Carlo Harvey" userId="7fc0bd1f-30c9-4658-ad48-1164658ac012" providerId="ADAL" clId="{0625C839-C32C-4659-96AF-B5D9805EA19B}" dt="2020-09-20T12:12:21.342" v="96"/>
          <ac:picMkLst>
            <pc:docMk/>
            <pc:sldMk cId="3063296838" sldId="260"/>
            <ac:picMk id="4" creationId="{82FEA795-3EDD-4BF5-975D-1D61D14F5E6D}"/>
          </ac:picMkLst>
        </pc:picChg>
      </pc:sldChg>
      <pc:sldChg chg="modSp">
        <pc:chgData name="Carlo Harvey" userId="7fc0bd1f-30c9-4658-ad48-1164658ac012" providerId="ADAL" clId="{0625C839-C32C-4659-96AF-B5D9805EA19B}" dt="2020-09-20T12:32:55.549" v="259" actId="2711"/>
        <pc:sldMkLst>
          <pc:docMk/>
          <pc:sldMk cId="273996110" sldId="322"/>
        </pc:sldMkLst>
        <pc:spChg chg="mod">
          <ac:chgData name="Carlo Harvey" userId="7fc0bd1f-30c9-4658-ad48-1164658ac012" providerId="ADAL" clId="{0625C839-C32C-4659-96AF-B5D9805EA19B}" dt="2020-09-20T12:32:55.549" v="259" actId="2711"/>
          <ac:spMkLst>
            <pc:docMk/>
            <pc:sldMk cId="273996110" sldId="322"/>
            <ac:spMk id="2" creationId="{479230CF-78FE-4F64-A9CC-ACA657029335}"/>
          </ac:spMkLst>
        </pc:spChg>
        <pc:spChg chg="mod">
          <ac:chgData name="Carlo Harvey" userId="7fc0bd1f-30c9-4658-ad48-1164658ac012" providerId="ADAL" clId="{0625C839-C32C-4659-96AF-B5D9805EA19B}" dt="2020-09-20T12:32:55.549" v="259" actId="2711"/>
          <ac:spMkLst>
            <pc:docMk/>
            <pc:sldMk cId="273996110" sldId="322"/>
            <ac:spMk id="3" creationId="{06C296EC-A841-49AB-AC7B-4A212B399FB7}"/>
          </ac:spMkLst>
        </pc:spChg>
      </pc:sldChg>
      <pc:sldChg chg="del">
        <pc:chgData name="Carlo Harvey" userId="7fc0bd1f-30c9-4658-ad48-1164658ac012" providerId="ADAL" clId="{0625C839-C32C-4659-96AF-B5D9805EA19B}" dt="2020-09-20T12:11:30.884" v="33" actId="2696"/>
        <pc:sldMkLst>
          <pc:docMk/>
          <pc:sldMk cId="439873413" sldId="323"/>
        </pc:sldMkLst>
      </pc:sldChg>
      <pc:sldChg chg="add del">
        <pc:chgData name="Carlo Harvey" userId="7fc0bd1f-30c9-4658-ad48-1164658ac012" providerId="ADAL" clId="{0625C839-C32C-4659-96AF-B5D9805EA19B}" dt="2020-09-20T12:16:42.155" v="104" actId="2696"/>
        <pc:sldMkLst>
          <pc:docMk/>
          <pc:sldMk cId="2558255705" sldId="323"/>
        </pc:sldMkLst>
      </pc:sldChg>
      <pc:sldChg chg="del">
        <pc:chgData name="Carlo Harvey" userId="7fc0bd1f-30c9-4658-ad48-1164658ac012" providerId="ADAL" clId="{0625C839-C32C-4659-96AF-B5D9805EA19B}" dt="2020-09-20T12:11:30.885" v="34" actId="2696"/>
        <pc:sldMkLst>
          <pc:docMk/>
          <pc:sldMk cId="2825199004" sldId="324"/>
        </pc:sldMkLst>
      </pc:sldChg>
      <pc:sldChg chg="del">
        <pc:chgData name="Carlo Harvey" userId="7fc0bd1f-30c9-4658-ad48-1164658ac012" providerId="ADAL" clId="{0625C839-C32C-4659-96AF-B5D9805EA19B}" dt="2020-09-20T12:11:30.886" v="35" actId="2696"/>
        <pc:sldMkLst>
          <pc:docMk/>
          <pc:sldMk cId="2555781978" sldId="325"/>
        </pc:sldMkLst>
      </pc:sldChg>
      <pc:sldChg chg="del">
        <pc:chgData name="Carlo Harvey" userId="7fc0bd1f-30c9-4658-ad48-1164658ac012" providerId="ADAL" clId="{0625C839-C32C-4659-96AF-B5D9805EA19B}" dt="2020-09-20T12:11:30.887" v="36" actId="2696"/>
        <pc:sldMkLst>
          <pc:docMk/>
          <pc:sldMk cId="1546400703" sldId="326"/>
        </pc:sldMkLst>
      </pc:sldChg>
      <pc:sldChg chg="del">
        <pc:chgData name="Carlo Harvey" userId="7fc0bd1f-30c9-4658-ad48-1164658ac012" providerId="ADAL" clId="{0625C839-C32C-4659-96AF-B5D9805EA19B}" dt="2020-09-20T12:11:30.888" v="37" actId="2696"/>
        <pc:sldMkLst>
          <pc:docMk/>
          <pc:sldMk cId="1225754272" sldId="327"/>
        </pc:sldMkLst>
      </pc:sldChg>
      <pc:sldChg chg="del">
        <pc:chgData name="Carlo Harvey" userId="7fc0bd1f-30c9-4658-ad48-1164658ac012" providerId="ADAL" clId="{0625C839-C32C-4659-96AF-B5D9805EA19B}" dt="2020-09-20T12:11:30.893" v="38" actId="2696"/>
        <pc:sldMkLst>
          <pc:docMk/>
          <pc:sldMk cId="225320824" sldId="328"/>
        </pc:sldMkLst>
      </pc:sldChg>
      <pc:sldChg chg="del">
        <pc:chgData name="Carlo Harvey" userId="7fc0bd1f-30c9-4658-ad48-1164658ac012" providerId="ADAL" clId="{0625C839-C32C-4659-96AF-B5D9805EA19B}" dt="2020-09-20T12:11:30.996" v="75" actId="2696"/>
        <pc:sldMkLst>
          <pc:docMk/>
          <pc:sldMk cId="2862215139" sldId="329"/>
        </pc:sldMkLst>
      </pc:sldChg>
      <pc:sldChg chg="del">
        <pc:chgData name="Carlo Harvey" userId="7fc0bd1f-30c9-4658-ad48-1164658ac012" providerId="ADAL" clId="{0625C839-C32C-4659-96AF-B5D9805EA19B}" dt="2020-09-20T12:11:30.897" v="42" actId="2696"/>
        <pc:sldMkLst>
          <pc:docMk/>
          <pc:sldMk cId="448429348" sldId="330"/>
        </pc:sldMkLst>
      </pc:sldChg>
      <pc:sldChg chg="del">
        <pc:chgData name="Carlo Harvey" userId="7fc0bd1f-30c9-4658-ad48-1164658ac012" providerId="ADAL" clId="{0625C839-C32C-4659-96AF-B5D9805EA19B}" dt="2020-09-20T12:11:30.900" v="45" actId="2696"/>
        <pc:sldMkLst>
          <pc:docMk/>
          <pc:sldMk cId="2199614650" sldId="331"/>
        </pc:sldMkLst>
      </pc:sldChg>
      <pc:sldChg chg="del">
        <pc:chgData name="Carlo Harvey" userId="7fc0bd1f-30c9-4658-ad48-1164658ac012" providerId="ADAL" clId="{0625C839-C32C-4659-96AF-B5D9805EA19B}" dt="2020-09-20T12:11:30.901" v="46" actId="2696"/>
        <pc:sldMkLst>
          <pc:docMk/>
          <pc:sldMk cId="1593494536" sldId="332"/>
        </pc:sldMkLst>
      </pc:sldChg>
      <pc:sldChg chg="del">
        <pc:chgData name="Carlo Harvey" userId="7fc0bd1f-30c9-4658-ad48-1164658ac012" providerId="ADAL" clId="{0625C839-C32C-4659-96AF-B5D9805EA19B}" dt="2020-09-20T12:11:30.898" v="43" actId="2696"/>
        <pc:sldMkLst>
          <pc:docMk/>
          <pc:sldMk cId="1430632524" sldId="333"/>
        </pc:sldMkLst>
      </pc:sldChg>
      <pc:sldChg chg="del">
        <pc:chgData name="Carlo Harvey" userId="7fc0bd1f-30c9-4658-ad48-1164658ac012" providerId="ADAL" clId="{0625C839-C32C-4659-96AF-B5D9805EA19B}" dt="2020-09-20T12:11:30.903" v="48" actId="2696"/>
        <pc:sldMkLst>
          <pc:docMk/>
          <pc:sldMk cId="879473233" sldId="334"/>
        </pc:sldMkLst>
      </pc:sldChg>
      <pc:sldChg chg="del">
        <pc:chgData name="Carlo Harvey" userId="7fc0bd1f-30c9-4658-ad48-1164658ac012" providerId="ADAL" clId="{0625C839-C32C-4659-96AF-B5D9805EA19B}" dt="2020-09-20T12:11:30.941" v="55" actId="2696"/>
        <pc:sldMkLst>
          <pc:docMk/>
          <pc:sldMk cId="775433658" sldId="335"/>
        </pc:sldMkLst>
      </pc:sldChg>
      <pc:sldChg chg="del">
        <pc:chgData name="Carlo Harvey" userId="7fc0bd1f-30c9-4658-ad48-1164658ac012" providerId="ADAL" clId="{0625C839-C32C-4659-96AF-B5D9805EA19B}" dt="2020-09-20T12:11:30.942" v="56" actId="2696"/>
        <pc:sldMkLst>
          <pc:docMk/>
          <pc:sldMk cId="528590185" sldId="336"/>
        </pc:sldMkLst>
      </pc:sldChg>
      <pc:sldChg chg="del">
        <pc:chgData name="Carlo Harvey" userId="7fc0bd1f-30c9-4658-ad48-1164658ac012" providerId="ADAL" clId="{0625C839-C32C-4659-96AF-B5D9805EA19B}" dt="2020-09-20T12:11:30.943" v="57" actId="2696"/>
        <pc:sldMkLst>
          <pc:docMk/>
          <pc:sldMk cId="2609688808" sldId="337"/>
        </pc:sldMkLst>
      </pc:sldChg>
      <pc:sldChg chg="del">
        <pc:chgData name="Carlo Harvey" userId="7fc0bd1f-30c9-4658-ad48-1164658ac012" providerId="ADAL" clId="{0625C839-C32C-4659-96AF-B5D9805EA19B}" dt="2020-09-20T12:11:30.944" v="58" actId="2696"/>
        <pc:sldMkLst>
          <pc:docMk/>
          <pc:sldMk cId="750086751" sldId="338"/>
        </pc:sldMkLst>
      </pc:sldChg>
      <pc:sldChg chg="del">
        <pc:chgData name="Carlo Harvey" userId="7fc0bd1f-30c9-4658-ad48-1164658ac012" providerId="ADAL" clId="{0625C839-C32C-4659-96AF-B5D9805EA19B}" dt="2020-09-20T12:11:30.945" v="59" actId="2696"/>
        <pc:sldMkLst>
          <pc:docMk/>
          <pc:sldMk cId="3508626406" sldId="339"/>
        </pc:sldMkLst>
      </pc:sldChg>
      <pc:sldChg chg="del">
        <pc:chgData name="Carlo Harvey" userId="7fc0bd1f-30c9-4658-ad48-1164658ac012" providerId="ADAL" clId="{0625C839-C32C-4659-96AF-B5D9805EA19B}" dt="2020-09-20T12:11:30.894" v="39" actId="2696"/>
        <pc:sldMkLst>
          <pc:docMk/>
          <pc:sldMk cId="633465939" sldId="340"/>
        </pc:sldMkLst>
      </pc:sldChg>
      <pc:sldChg chg="del">
        <pc:chgData name="Carlo Harvey" userId="7fc0bd1f-30c9-4658-ad48-1164658ac012" providerId="ADAL" clId="{0625C839-C32C-4659-96AF-B5D9805EA19B}" dt="2020-09-20T12:11:30.895" v="40" actId="2696"/>
        <pc:sldMkLst>
          <pc:docMk/>
          <pc:sldMk cId="4020633487" sldId="341"/>
        </pc:sldMkLst>
      </pc:sldChg>
      <pc:sldChg chg="del">
        <pc:chgData name="Carlo Harvey" userId="7fc0bd1f-30c9-4658-ad48-1164658ac012" providerId="ADAL" clId="{0625C839-C32C-4659-96AF-B5D9805EA19B}" dt="2020-09-20T12:11:30.950" v="61" actId="2696"/>
        <pc:sldMkLst>
          <pc:docMk/>
          <pc:sldMk cId="3769407342" sldId="342"/>
        </pc:sldMkLst>
      </pc:sldChg>
      <pc:sldChg chg="del">
        <pc:chgData name="Carlo Harvey" userId="7fc0bd1f-30c9-4658-ad48-1164658ac012" providerId="ADAL" clId="{0625C839-C32C-4659-96AF-B5D9805EA19B}" dt="2020-09-20T12:11:30.896" v="41" actId="2696"/>
        <pc:sldMkLst>
          <pc:docMk/>
          <pc:sldMk cId="940474258" sldId="343"/>
        </pc:sldMkLst>
      </pc:sldChg>
      <pc:sldChg chg="del">
        <pc:chgData name="Carlo Harvey" userId="7fc0bd1f-30c9-4658-ad48-1164658ac012" providerId="ADAL" clId="{0625C839-C32C-4659-96AF-B5D9805EA19B}" dt="2020-09-20T12:11:30.951" v="63" actId="2696"/>
        <pc:sldMkLst>
          <pc:docMk/>
          <pc:sldMk cId="3729414284" sldId="344"/>
        </pc:sldMkLst>
      </pc:sldChg>
      <pc:sldChg chg="del">
        <pc:chgData name="Carlo Harvey" userId="7fc0bd1f-30c9-4658-ad48-1164658ac012" providerId="ADAL" clId="{0625C839-C32C-4659-96AF-B5D9805EA19B}" dt="2020-09-20T12:11:30.952" v="64" actId="2696"/>
        <pc:sldMkLst>
          <pc:docMk/>
          <pc:sldMk cId="2816291277" sldId="345"/>
        </pc:sldMkLst>
      </pc:sldChg>
      <pc:sldChg chg="del">
        <pc:chgData name="Carlo Harvey" userId="7fc0bd1f-30c9-4658-ad48-1164658ac012" providerId="ADAL" clId="{0625C839-C32C-4659-96AF-B5D9805EA19B}" dt="2020-09-20T12:11:30.953" v="65" actId="2696"/>
        <pc:sldMkLst>
          <pc:docMk/>
          <pc:sldMk cId="2333869102" sldId="346"/>
        </pc:sldMkLst>
      </pc:sldChg>
      <pc:sldChg chg="del">
        <pc:chgData name="Carlo Harvey" userId="7fc0bd1f-30c9-4658-ad48-1164658ac012" providerId="ADAL" clId="{0625C839-C32C-4659-96AF-B5D9805EA19B}" dt="2020-09-20T12:11:30.946" v="60" actId="2696"/>
        <pc:sldMkLst>
          <pc:docMk/>
          <pc:sldMk cId="3286826467" sldId="347"/>
        </pc:sldMkLst>
      </pc:sldChg>
      <pc:sldChg chg="del">
        <pc:chgData name="Carlo Harvey" userId="7fc0bd1f-30c9-4658-ad48-1164658ac012" providerId="ADAL" clId="{0625C839-C32C-4659-96AF-B5D9805EA19B}" dt="2020-09-20T12:11:30.950" v="62" actId="2696"/>
        <pc:sldMkLst>
          <pc:docMk/>
          <pc:sldMk cId="3388218822" sldId="348"/>
        </pc:sldMkLst>
      </pc:sldChg>
      <pc:sldChg chg="del">
        <pc:chgData name="Carlo Harvey" userId="7fc0bd1f-30c9-4658-ad48-1164658ac012" providerId="ADAL" clId="{0625C839-C32C-4659-96AF-B5D9805EA19B}" dt="2020-09-20T12:11:30.904" v="49" actId="2696"/>
        <pc:sldMkLst>
          <pc:docMk/>
          <pc:sldMk cId="3525413718" sldId="349"/>
        </pc:sldMkLst>
      </pc:sldChg>
      <pc:sldChg chg="del">
        <pc:chgData name="Carlo Harvey" userId="7fc0bd1f-30c9-4658-ad48-1164658ac012" providerId="ADAL" clId="{0625C839-C32C-4659-96AF-B5D9805EA19B}" dt="2020-09-20T12:11:30.905" v="50" actId="2696"/>
        <pc:sldMkLst>
          <pc:docMk/>
          <pc:sldMk cId="127878595" sldId="350"/>
        </pc:sldMkLst>
      </pc:sldChg>
      <pc:sldChg chg="del">
        <pc:chgData name="Carlo Harvey" userId="7fc0bd1f-30c9-4658-ad48-1164658ac012" providerId="ADAL" clId="{0625C839-C32C-4659-96AF-B5D9805EA19B}" dt="2020-09-20T12:11:30.906" v="51" actId="2696"/>
        <pc:sldMkLst>
          <pc:docMk/>
          <pc:sldMk cId="3875946394" sldId="351"/>
        </pc:sldMkLst>
      </pc:sldChg>
      <pc:sldChg chg="del">
        <pc:chgData name="Carlo Harvey" userId="7fc0bd1f-30c9-4658-ad48-1164658ac012" providerId="ADAL" clId="{0625C839-C32C-4659-96AF-B5D9805EA19B}" dt="2020-09-20T12:11:30.907" v="52" actId="2696"/>
        <pc:sldMkLst>
          <pc:docMk/>
          <pc:sldMk cId="2269995731" sldId="352"/>
        </pc:sldMkLst>
      </pc:sldChg>
      <pc:sldChg chg="del">
        <pc:chgData name="Carlo Harvey" userId="7fc0bd1f-30c9-4658-ad48-1164658ac012" providerId="ADAL" clId="{0625C839-C32C-4659-96AF-B5D9805EA19B}" dt="2020-09-20T12:11:30.908" v="53" actId="2696"/>
        <pc:sldMkLst>
          <pc:docMk/>
          <pc:sldMk cId="1024444570" sldId="353"/>
        </pc:sldMkLst>
      </pc:sldChg>
      <pc:sldChg chg="modSp add del setBg">
        <pc:chgData name="Carlo Harvey" userId="7fc0bd1f-30c9-4658-ad48-1164658ac012" providerId="ADAL" clId="{0625C839-C32C-4659-96AF-B5D9805EA19B}" dt="2020-09-20T12:20:57.011" v="123" actId="27636"/>
        <pc:sldMkLst>
          <pc:docMk/>
          <pc:sldMk cId="1643931340" sldId="354"/>
        </pc:sldMkLst>
        <pc:spChg chg="mod">
          <ac:chgData name="Carlo Harvey" userId="7fc0bd1f-30c9-4658-ad48-1164658ac012" providerId="ADAL" clId="{0625C839-C32C-4659-96AF-B5D9805EA19B}" dt="2020-09-20T12:20:57.011" v="123" actId="27636"/>
          <ac:spMkLst>
            <pc:docMk/>
            <pc:sldMk cId="1643931340" sldId="354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0.854" v="28" actId="2696"/>
        <pc:sldMkLst>
          <pc:docMk/>
          <pc:sldMk cId="2086661794" sldId="354"/>
        </pc:sldMkLst>
      </pc:sldChg>
      <pc:sldChg chg="modSp add del setBg">
        <pc:chgData name="Carlo Harvey" userId="7fc0bd1f-30c9-4658-ad48-1164658ac012" providerId="ADAL" clId="{0625C839-C32C-4659-96AF-B5D9805EA19B}" dt="2020-09-20T12:21:55.063" v="138" actId="1036"/>
        <pc:sldMkLst>
          <pc:docMk/>
          <pc:sldMk cId="932273625" sldId="355"/>
        </pc:sldMkLst>
        <pc:picChg chg="mod">
          <ac:chgData name="Carlo Harvey" userId="7fc0bd1f-30c9-4658-ad48-1164658ac012" providerId="ADAL" clId="{0625C839-C32C-4659-96AF-B5D9805EA19B}" dt="2020-09-20T12:21:55.063" v="138" actId="1036"/>
          <ac:picMkLst>
            <pc:docMk/>
            <pc:sldMk cId="932273625" sldId="355"/>
            <ac:picMk id="1026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54" v="66" actId="2696"/>
        <pc:sldMkLst>
          <pc:docMk/>
          <pc:sldMk cId="4109154959" sldId="355"/>
        </pc:sldMkLst>
      </pc:sldChg>
      <pc:sldChg chg="del">
        <pc:chgData name="Carlo Harvey" userId="7fc0bd1f-30c9-4658-ad48-1164658ac012" providerId="ADAL" clId="{0625C839-C32C-4659-96AF-B5D9805EA19B}" dt="2020-09-20T12:11:30.956" v="68" actId="2696"/>
        <pc:sldMkLst>
          <pc:docMk/>
          <pc:sldMk cId="1288884154" sldId="356"/>
        </pc:sldMkLst>
      </pc:sldChg>
      <pc:sldChg chg="modSp add del setBg">
        <pc:chgData name="Carlo Harvey" userId="7fc0bd1f-30c9-4658-ad48-1164658ac012" providerId="ADAL" clId="{0625C839-C32C-4659-96AF-B5D9805EA19B}" dt="2020-09-20T12:22:13.462" v="141" actId="1076"/>
        <pc:sldMkLst>
          <pc:docMk/>
          <pc:sldMk cId="2747576159" sldId="356"/>
        </pc:sldMkLst>
        <pc:graphicFrameChg chg="mod">
          <ac:chgData name="Carlo Harvey" userId="7fc0bd1f-30c9-4658-ad48-1164658ac012" providerId="ADAL" clId="{0625C839-C32C-4659-96AF-B5D9805EA19B}" dt="2020-09-20T12:22:13.462" v="141" actId="1076"/>
          <ac:graphicFrameMkLst>
            <pc:docMk/>
            <pc:sldMk cId="2747576159" sldId="356"/>
            <ac:graphicFrameMk id="4" creationId="{00000000-0000-0000-0000-000000000000}"/>
          </ac:graphicFrameMkLst>
        </pc:graphicFrameChg>
      </pc:sldChg>
      <pc:sldChg chg="modSp add del setBg">
        <pc:chgData name="Carlo Harvey" userId="7fc0bd1f-30c9-4658-ad48-1164658ac012" providerId="ADAL" clId="{0625C839-C32C-4659-96AF-B5D9805EA19B}" dt="2020-09-20T12:22:09.575" v="140" actId="1076"/>
        <pc:sldMkLst>
          <pc:docMk/>
          <pc:sldMk cId="407093786" sldId="357"/>
        </pc:sldMkLst>
        <pc:graphicFrameChg chg="mod">
          <ac:chgData name="Carlo Harvey" userId="7fc0bd1f-30c9-4658-ad48-1164658ac012" providerId="ADAL" clId="{0625C839-C32C-4659-96AF-B5D9805EA19B}" dt="2020-09-20T12:22:09.575" v="140" actId="1076"/>
          <ac:graphicFrameMkLst>
            <pc:docMk/>
            <pc:sldMk cId="407093786" sldId="357"/>
            <ac:graphicFrameMk id="4" creationId="{00000000-0000-0000-0000-000000000000}"/>
          </ac:graphicFrameMkLst>
        </pc:graphicFrameChg>
      </pc:sldChg>
      <pc:sldChg chg="del">
        <pc:chgData name="Carlo Harvey" userId="7fc0bd1f-30c9-4658-ad48-1164658ac012" providerId="ADAL" clId="{0625C839-C32C-4659-96AF-B5D9805EA19B}" dt="2020-09-20T12:11:30.957" v="69" actId="2696"/>
        <pc:sldMkLst>
          <pc:docMk/>
          <pc:sldMk cId="1799017522" sldId="357"/>
        </pc:sldMkLst>
      </pc:sldChg>
      <pc:sldChg chg="modSp add del setBg">
        <pc:chgData name="Carlo Harvey" userId="7fc0bd1f-30c9-4658-ad48-1164658ac012" providerId="ADAL" clId="{0625C839-C32C-4659-96AF-B5D9805EA19B}" dt="2020-09-20T12:22:23.004" v="144" actId="1076"/>
        <pc:sldMkLst>
          <pc:docMk/>
          <pc:sldMk cId="1342379025" sldId="358"/>
        </pc:sldMkLst>
        <pc:picChg chg="mod">
          <ac:chgData name="Carlo Harvey" userId="7fc0bd1f-30c9-4658-ad48-1164658ac012" providerId="ADAL" clId="{0625C839-C32C-4659-96AF-B5D9805EA19B}" dt="2020-09-20T12:22:23.004" v="144" actId="1076"/>
          <ac:picMkLst>
            <pc:docMk/>
            <pc:sldMk cId="1342379025" sldId="358"/>
            <ac:picMk id="2050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83" v="70" actId="2696"/>
        <pc:sldMkLst>
          <pc:docMk/>
          <pc:sldMk cId="1407617819" sldId="358"/>
        </pc:sldMkLst>
      </pc:sldChg>
      <pc:sldChg chg="del">
        <pc:chgData name="Carlo Harvey" userId="7fc0bd1f-30c9-4658-ad48-1164658ac012" providerId="ADAL" clId="{0625C839-C32C-4659-96AF-B5D9805EA19B}" dt="2020-09-20T12:11:30.955" v="67" actId="2696"/>
        <pc:sldMkLst>
          <pc:docMk/>
          <pc:sldMk cId="2222183684" sldId="359"/>
        </pc:sldMkLst>
      </pc:sldChg>
      <pc:sldChg chg="modSp add del setBg">
        <pc:chgData name="Carlo Harvey" userId="7fc0bd1f-30c9-4658-ad48-1164658ac012" providerId="ADAL" clId="{0625C839-C32C-4659-96AF-B5D9805EA19B}" dt="2020-09-20T12:22:28.623" v="145" actId="1076"/>
        <pc:sldMkLst>
          <pc:docMk/>
          <pc:sldMk cId="3254383594" sldId="359"/>
        </pc:sldMkLst>
        <pc:picChg chg="mod">
          <ac:chgData name="Carlo Harvey" userId="7fc0bd1f-30c9-4658-ad48-1164658ac012" providerId="ADAL" clId="{0625C839-C32C-4659-96AF-B5D9805EA19B}" dt="2020-09-20T12:22:28.623" v="145" actId="1076"/>
          <ac:picMkLst>
            <pc:docMk/>
            <pc:sldMk cId="3254383594" sldId="359"/>
            <ac:picMk id="307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5" v="74" actId="2696"/>
        <pc:sldMkLst>
          <pc:docMk/>
          <pc:sldMk cId="1264447190" sldId="360"/>
        </pc:sldMkLst>
      </pc:sldChg>
      <pc:sldChg chg="modSp add del setBg">
        <pc:chgData name="Carlo Harvey" userId="7fc0bd1f-30c9-4658-ad48-1164658ac012" providerId="ADAL" clId="{0625C839-C32C-4659-96AF-B5D9805EA19B}" dt="2020-09-20T12:22:33.547" v="146" actId="1076"/>
        <pc:sldMkLst>
          <pc:docMk/>
          <pc:sldMk cId="2108104392" sldId="360"/>
        </pc:sldMkLst>
        <pc:picChg chg="mod">
          <ac:chgData name="Carlo Harvey" userId="7fc0bd1f-30c9-4658-ad48-1164658ac012" providerId="ADAL" clId="{0625C839-C32C-4659-96AF-B5D9805EA19B}" dt="2020-09-20T12:22:33.547" v="146" actId="1076"/>
          <ac:picMkLst>
            <pc:docMk/>
            <pc:sldMk cId="2108104392" sldId="360"/>
            <ac:picMk id="4100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857" v="30" actId="2696"/>
        <pc:sldMkLst>
          <pc:docMk/>
          <pc:sldMk cId="2860975396" sldId="361"/>
        </pc:sldMkLst>
      </pc:sldChg>
      <pc:sldChg chg="modSp add del setBg">
        <pc:chgData name="Carlo Harvey" userId="7fc0bd1f-30c9-4658-ad48-1164658ac012" providerId="ADAL" clId="{0625C839-C32C-4659-96AF-B5D9805EA19B}" dt="2020-09-20T12:22:39.872" v="147" actId="1076"/>
        <pc:sldMkLst>
          <pc:docMk/>
          <pc:sldMk cId="3039310340" sldId="361"/>
        </pc:sldMkLst>
        <pc:picChg chg="mod">
          <ac:chgData name="Carlo Harvey" userId="7fc0bd1f-30c9-4658-ad48-1164658ac012" providerId="ADAL" clId="{0625C839-C32C-4659-96AF-B5D9805EA19B}" dt="2020-09-20T12:22:39.872" v="147" actId="1076"/>
          <ac:picMkLst>
            <pc:docMk/>
            <pc:sldMk cId="3039310340" sldId="361"/>
            <ac:picMk id="5122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504711193" sldId="362"/>
        </pc:sldMkLst>
      </pc:sldChg>
      <pc:sldChg chg="del">
        <pc:chgData name="Carlo Harvey" userId="7fc0bd1f-30c9-4658-ad48-1164658ac012" providerId="ADAL" clId="{0625C839-C32C-4659-96AF-B5D9805EA19B}" dt="2020-09-20T12:11:30.872" v="31" actId="2696"/>
        <pc:sldMkLst>
          <pc:docMk/>
          <pc:sldMk cId="1780985380" sldId="362"/>
        </pc:sldMkLst>
      </pc:sldChg>
      <pc:sldChg chg="del">
        <pc:chgData name="Carlo Harvey" userId="7fc0bd1f-30c9-4658-ad48-1164658ac012" providerId="ADAL" clId="{0625C839-C32C-4659-96AF-B5D9805EA19B}" dt="2020-09-20T12:11:30.883" v="32" actId="2696"/>
        <pc:sldMkLst>
          <pc:docMk/>
          <pc:sldMk cId="375773704" sldId="363"/>
        </pc:sldMkLst>
      </pc:sldChg>
      <pc:sldChg chg="modSp add del setBg">
        <pc:chgData name="Carlo Harvey" userId="7fc0bd1f-30c9-4658-ad48-1164658ac012" providerId="ADAL" clId="{0625C839-C32C-4659-96AF-B5D9805EA19B}" dt="2020-09-20T12:20:57.050" v="124" actId="27636"/>
        <pc:sldMkLst>
          <pc:docMk/>
          <pc:sldMk cId="488940799" sldId="363"/>
        </pc:sldMkLst>
        <pc:spChg chg="mod">
          <ac:chgData name="Carlo Harvey" userId="7fc0bd1f-30c9-4658-ad48-1164658ac012" providerId="ADAL" clId="{0625C839-C32C-4659-96AF-B5D9805EA19B}" dt="2020-09-20T12:20:57.050" v="124" actId="27636"/>
          <ac:spMkLst>
            <pc:docMk/>
            <pc:sldMk cId="488940799" sldId="363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1.030" v="79" actId="2696"/>
        <pc:sldMkLst>
          <pc:docMk/>
          <pc:sldMk cId="929318858" sldId="364"/>
        </pc:sldMkLst>
      </pc:sldChg>
      <pc:sldChg chg="modSp add del setBg">
        <pc:chgData name="Carlo Harvey" userId="7fc0bd1f-30c9-4658-ad48-1164658ac012" providerId="ADAL" clId="{0625C839-C32C-4659-96AF-B5D9805EA19B}" dt="2020-09-20T12:23:04.760" v="155" actId="1076"/>
        <pc:sldMkLst>
          <pc:docMk/>
          <pc:sldMk cId="4057440450" sldId="364"/>
        </pc:sldMkLst>
        <pc:picChg chg="mod">
          <ac:chgData name="Carlo Harvey" userId="7fc0bd1f-30c9-4658-ad48-1164658ac012" providerId="ADAL" clId="{0625C839-C32C-4659-96AF-B5D9805EA19B}" dt="2020-09-20T12:23:04.760" v="155" actId="1076"/>
          <ac:picMkLst>
            <pc:docMk/>
            <pc:sldMk cId="4057440450" sldId="364"/>
            <ac:picMk id="7170" creationId="{00000000-0000-0000-0000-000000000000}"/>
          </ac:picMkLst>
        </pc:picChg>
        <pc:picChg chg="mod">
          <ac:chgData name="Carlo Harvey" userId="7fc0bd1f-30c9-4658-ad48-1164658ac012" providerId="ADAL" clId="{0625C839-C32C-4659-96AF-B5D9805EA19B}" dt="2020-09-20T12:23:04.760" v="155" actId="1076"/>
          <ac:picMkLst>
            <pc:docMk/>
            <pc:sldMk cId="4057440450" sldId="364"/>
            <ac:picMk id="7171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2:51.370" v="152" actId="1036"/>
        <pc:sldMkLst>
          <pc:docMk/>
          <pc:sldMk cId="853681958" sldId="365"/>
        </pc:sldMkLst>
        <pc:picChg chg="mod">
          <ac:chgData name="Carlo Harvey" userId="7fc0bd1f-30c9-4658-ad48-1164658ac012" providerId="ADAL" clId="{0625C839-C32C-4659-96AF-B5D9805EA19B}" dt="2020-09-20T12:22:51.370" v="152" actId="1036"/>
          <ac:picMkLst>
            <pc:docMk/>
            <pc:sldMk cId="853681958" sldId="365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7" v="76" actId="2696"/>
        <pc:sldMkLst>
          <pc:docMk/>
          <pc:sldMk cId="2532451839" sldId="365"/>
        </pc:sldMkLst>
      </pc:sldChg>
      <pc:sldChg chg="del">
        <pc:chgData name="Carlo Harvey" userId="7fc0bd1f-30c9-4658-ad48-1164658ac012" providerId="ADAL" clId="{0625C839-C32C-4659-96AF-B5D9805EA19B}" dt="2020-09-20T12:11:30.997" v="77" actId="2696"/>
        <pc:sldMkLst>
          <pc:docMk/>
          <pc:sldMk cId="844877808" sldId="366"/>
        </pc:sldMkLst>
      </pc:sldChg>
      <pc:sldChg chg="modSp add del setBg">
        <pc:chgData name="Carlo Harvey" userId="7fc0bd1f-30c9-4658-ad48-1164658ac012" providerId="ADAL" clId="{0625C839-C32C-4659-96AF-B5D9805EA19B}" dt="2020-09-20T12:23:11.524" v="157" actId="1076"/>
        <pc:sldMkLst>
          <pc:docMk/>
          <pc:sldMk cId="4100316178" sldId="366"/>
        </pc:sldMkLst>
        <pc:picChg chg="mod">
          <ac:chgData name="Carlo Harvey" userId="7fc0bd1f-30c9-4658-ad48-1164658ac012" providerId="ADAL" clId="{0625C839-C32C-4659-96AF-B5D9805EA19B}" dt="2020-09-20T12:23:11.524" v="157" actId="1076"/>
          <ac:picMkLst>
            <pc:docMk/>
            <pc:sldMk cId="4100316178" sldId="366"/>
            <ac:picMk id="819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1.030" v="78" actId="2696"/>
        <pc:sldMkLst>
          <pc:docMk/>
          <pc:sldMk cId="2393749433" sldId="367"/>
        </pc:sldMkLst>
      </pc:sldChg>
      <pc:sldChg chg="modSp add del setBg">
        <pc:chgData name="Carlo Harvey" userId="7fc0bd1f-30c9-4658-ad48-1164658ac012" providerId="ADAL" clId="{0625C839-C32C-4659-96AF-B5D9805EA19B}" dt="2020-09-20T12:20:57.079" v="125" actId="27636"/>
        <pc:sldMkLst>
          <pc:docMk/>
          <pc:sldMk cId="3585153917" sldId="367"/>
        </pc:sldMkLst>
        <pc:spChg chg="mod">
          <ac:chgData name="Carlo Harvey" userId="7fc0bd1f-30c9-4658-ad48-1164658ac012" providerId="ADAL" clId="{0625C839-C32C-4659-96AF-B5D9805EA19B}" dt="2020-09-20T12:20:57.079" v="125" actId="27636"/>
          <ac:spMkLst>
            <pc:docMk/>
            <pc:sldMk cId="3585153917" sldId="367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0.940" v="54" actId="2696"/>
        <pc:sldMkLst>
          <pc:docMk/>
          <pc:sldMk cId="1868407161" sldId="368"/>
        </pc:sldMkLst>
      </pc:sldChg>
      <pc:sldChg chg="modSp add del setBg">
        <pc:chgData name="Carlo Harvey" userId="7fc0bd1f-30c9-4658-ad48-1164658ac012" providerId="ADAL" clId="{0625C839-C32C-4659-96AF-B5D9805EA19B}" dt="2020-09-20T12:23:22.618" v="160" actId="1076"/>
        <pc:sldMkLst>
          <pc:docMk/>
          <pc:sldMk cId="3016061036" sldId="368"/>
        </pc:sldMkLst>
        <pc:picChg chg="mod">
          <ac:chgData name="Carlo Harvey" userId="7fc0bd1f-30c9-4658-ad48-1164658ac012" providerId="ADAL" clId="{0625C839-C32C-4659-96AF-B5D9805EA19B}" dt="2020-09-20T12:23:22.618" v="160" actId="1076"/>
          <ac:picMkLst>
            <pc:docMk/>
            <pc:sldMk cId="3016061036" sldId="368"/>
            <ac:picMk id="9218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5" v="73" actId="2696"/>
        <pc:sldMkLst>
          <pc:docMk/>
          <pc:sldMk cId="2603823828" sldId="369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4024311890" sldId="369"/>
        </pc:sldMkLst>
      </pc:sldChg>
      <pc:sldChg chg="del">
        <pc:chgData name="Carlo Harvey" userId="7fc0bd1f-30c9-4658-ad48-1164658ac012" providerId="ADAL" clId="{0625C839-C32C-4659-96AF-B5D9805EA19B}" dt="2020-09-20T12:11:30.984" v="71" actId="2696"/>
        <pc:sldMkLst>
          <pc:docMk/>
          <pc:sldMk cId="1381886280" sldId="370"/>
        </pc:sldMkLst>
      </pc:sldChg>
      <pc:sldChg chg="modSp add del setBg">
        <pc:chgData name="Carlo Harvey" userId="7fc0bd1f-30c9-4658-ad48-1164658ac012" providerId="ADAL" clId="{0625C839-C32C-4659-96AF-B5D9805EA19B}" dt="2020-09-20T12:23:35.257" v="163" actId="1076"/>
        <pc:sldMkLst>
          <pc:docMk/>
          <pc:sldMk cId="1889106106" sldId="370"/>
        </pc:sldMkLst>
        <pc:picChg chg="mod">
          <ac:chgData name="Carlo Harvey" userId="7fc0bd1f-30c9-4658-ad48-1164658ac012" providerId="ADAL" clId="{0625C839-C32C-4659-96AF-B5D9805EA19B}" dt="2020-09-20T12:23:35.257" v="163" actId="1076"/>
          <ac:picMkLst>
            <pc:docMk/>
            <pc:sldMk cId="1889106106" sldId="370"/>
            <ac:picMk id="10242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4" v="72" actId="2696"/>
        <pc:sldMkLst>
          <pc:docMk/>
          <pc:sldMk cId="180551054" sldId="371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4184033377" sldId="371"/>
        </pc:sldMkLst>
      </pc:sldChg>
      <pc:sldChg chg="del">
        <pc:chgData name="Carlo Harvey" userId="7fc0bd1f-30c9-4658-ad48-1164658ac012" providerId="ADAL" clId="{0625C839-C32C-4659-96AF-B5D9805EA19B}" dt="2020-09-20T12:11:30.899" v="44" actId="2696"/>
        <pc:sldMkLst>
          <pc:docMk/>
          <pc:sldMk cId="2727392951" sldId="372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820542426" sldId="372"/>
        </pc:sldMkLst>
      </pc:sldChg>
      <pc:sldChg chg="modSp add del setBg">
        <pc:chgData name="Carlo Harvey" userId="7fc0bd1f-30c9-4658-ad48-1164658ac012" providerId="ADAL" clId="{0625C839-C32C-4659-96AF-B5D9805EA19B}" dt="2020-09-20T12:23:51.655" v="164" actId="1076"/>
        <pc:sldMkLst>
          <pc:docMk/>
          <pc:sldMk cId="622228397" sldId="373"/>
        </pc:sldMkLst>
        <pc:picChg chg="mod">
          <ac:chgData name="Carlo Harvey" userId="7fc0bd1f-30c9-4658-ad48-1164658ac012" providerId="ADAL" clId="{0625C839-C32C-4659-96AF-B5D9805EA19B}" dt="2020-09-20T12:23:51.655" v="164" actId="1076"/>
          <ac:picMkLst>
            <pc:docMk/>
            <pc:sldMk cId="622228397" sldId="373"/>
            <ac:picMk id="11266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02" v="47" actId="2696"/>
        <pc:sldMkLst>
          <pc:docMk/>
          <pc:sldMk cId="3318504418" sldId="373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735532033" sldId="374"/>
        </pc:sldMkLst>
      </pc:sldChg>
      <pc:sldChg chg="del">
        <pc:chgData name="Carlo Harvey" userId="7fc0bd1f-30c9-4658-ad48-1164658ac012" providerId="ADAL" clId="{0625C839-C32C-4659-96AF-B5D9805EA19B}" dt="2020-09-20T12:11:30.856" v="29" actId="2696"/>
        <pc:sldMkLst>
          <pc:docMk/>
          <pc:sldMk cId="2429857179" sldId="374"/>
        </pc:sldMkLst>
      </pc:sldChg>
      <pc:sldChg chg="modSp add del setBg">
        <pc:chgData name="Carlo Harvey" userId="7fc0bd1f-30c9-4658-ad48-1164658ac012" providerId="ADAL" clId="{0625C839-C32C-4659-96AF-B5D9805EA19B}" dt="2020-09-20T12:24:05.881" v="177" actId="1036"/>
        <pc:sldMkLst>
          <pc:docMk/>
          <pc:sldMk cId="2567073640" sldId="375"/>
        </pc:sldMkLst>
        <pc:picChg chg="mod">
          <ac:chgData name="Carlo Harvey" userId="7fc0bd1f-30c9-4658-ad48-1164658ac012" providerId="ADAL" clId="{0625C839-C32C-4659-96AF-B5D9805EA19B}" dt="2020-09-20T12:24:05.881" v="177" actId="1036"/>
          <ac:picMkLst>
            <pc:docMk/>
            <pc:sldMk cId="2567073640" sldId="375"/>
            <ac:picMk id="12290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6:18.887" v="206" actId="20577"/>
        <pc:sldMkLst>
          <pc:docMk/>
          <pc:sldMk cId="3311822560" sldId="376"/>
        </pc:sldMkLst>
        <pc:spChg chg="mod">
          <ac:chgData name="Carlo Harvey" userId="7fc0bd1f-30c9-4658-ad48-1164658ac012" providerId="ADAL" clId="{0625C839-C32C-4659-96AF-B5D9805EA19B}" dt="2020-09-20T12:26:18.887" v="206" actId="20577"/>
          <ac:spMkLst>
            <pc:docMk/>
            <pc:sldMk cId="3311822560" sldId="376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5:59.815" v="201" actId="1035"/>
          <ac:picMkLst>
            <pc:docMk/>
            <pc:sldMk cId="3311822560" sldId="376"/>
            <ac:picMk id="1331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6:26.690" v="207" actId="1076"/>
        <pc:sldMkLst>
          <pc:docMk/>
          <pc:sldMk cId="147336025" sldId="377"/>
        </pc:sldMkLst>
        <pc:picChg chg="mod">
          <ac:chgData name="Carlo Harvey" userId="7fc0bd1f-30c9-4658-ad48-1164658ac012" providerId="ADAL" clId="{0625C839-C32C-4659-96AF-B5D9805EA19B}" dt="2020-09-20T12:26:26.690" v="207" actId="1076"/>
          <ac:picMkLst>
            <pc:docMk/>
            <pc:sldMk cId="147336025" sldId="377"/>
            <ac:picMk id="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0:57.173" v="126" actId="27636"/>
        <pc:sldMkLst>
          <pc:docMk/>
          <pc:sldMk cId="3591859929" sldId="378"/>
        </pc:sldMkLst>
        <pc:spChg chg="mod">
          <ac:chgData name="Carlo Harvey" userId="7fc0bd1f-30c9-4658-ad48-1164658ac012" providerId="ADAL" clId="{0625C839-C32C-4659-96AF-B5D9805EA19B}" dt="2020-09-20T12:20:57.173" v="126" actId="27636"/>
          <ac:spMkLst>
            <pc:docMk/>
            <pc:sldMk cId="3591859929" sldId="378"/>
            <ac:spMk id="3" creationId="{00000000-0000-0000-0000-000000000000}"/>
          </ac:spMkLst>
        </pc:spChg>
      </pc:sldChg>
      <pc:sldChg chg="modSp add del setBg">
        <pc:chgData name="Carlo Harvey" userId="7fc0bd1f-30c9-4658-ad48-1164658ac012" providerId="ADAL" clId="{0625C839-C32C-4659-96AF-B5D9805EA19B}" dt="2020-09-20T12:27:11.829" v="228" actId="1076"/>
        <pc:sldMkLst>
          <pc:docMk/>
          <pc:sldMk cId="1054553200" sldId="379"/>
        </pc:sldMkLst>
        <pc:spChg chg="mod">
          <ac:chgData name="Carlo Harvey" userId="7fc0bd1f-30c9-4658-ad48-1164658ac012" providerId="ADAL" clId="{0625C839-C32C-4659-96AF-B5D9805EA19B}" dt="2020-09-20T12:27:03.715" v="224" actId="12"/>
          <ac:spMkLst>
            <pc:docMk/>
            <pc:sldMk cId="1054553200" sldId="379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7:11.829" v="228" actId="1076"/>
          <ac:picMkLst>
            <pc:docMk/>
            <pc:sldMk cId="1054553200" sldId="379"/>
            <ac:picMk id="4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2249183513" sldId="380"/>
        </pc:sldMkLst>
      </pc:sldChg>
      <pc:sldChg chg="modSp add del setBg">
        <pc:chgData name="Carlo Harvey" userId="7fc0bd1f-30c9-4658-ad48-1164658ac012" providerId="ADAL" clId="{0625C839-C32C-4659-96AF-B5D9805EA19B}" dt="2020-09-20T12:27:21.739" v="229" actId="1076"/>
        <pc:sldMkLst>
          <pc:docMk/>
          <pc:sldMk cId="3515736104" sldId="381"/>
        </pc:sldMkLst>
        <pc:spChg chg="mod">
          <ac:chgData name="Carlo Harvey" userId="7fc0bd1f-30c9-4658-ad48-1164658ac012" providerId="ADAL" clId="{0625C839-C32C-4659-96AF-B5D9805EA19B}" dt="2020-09-20T12:20:57.244" v="128" actId="27636"/>
          <ac:spMkLst>
            <pc:docMk/>
            <pc:sldMk cId="3515736104" sldId="381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7:21.739" v="229" actId="1076"/>
          <ac:picMkLst>
            <pc:docMk/>
            <pc:sldMk cId="3515736104" sldId="381"/>
            <ac:picMk id="4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469270822" sldId="382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911211684" sldId="383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339902942" sldId="384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080352582" sldId="385"/>
        </pc:sldMkLst>
      </pc:sldChg>
      <pc:sldChg chg="modSp add del setBg">
        <pc:chgData name="Carlo Harvey" userId="7fc0bd1f-30c9-4658-ad48-1164658ac012" providerId="ADAL" clId="{0625C839-C32C-4659-96AF-B5D9805EA19B}" dt="2020-09-20T12:27:39.328" v="232" actId="1076"/>
        <pc:sldMkLst>
          <pc:docMk/>
          <pc:sldMk cId="2917616117" sldId="386"/>
        </pc:sldMkLst>
        <pc:picChg chg="mod">
          <ac:chgData name="Carlo Harvey" userId="7fc0bd1f-30c9-4658-ad48-1164658ac012" providerId="ADAL" clId="{0625C839-C32C-4659-96AF-B5D9805EA19B}" dt="2020-09-20T12:27:39.328" v="232" actId="1076"/>
          <ac:picMkLst>
            <pc:docMk/>
            <pc:sldMk cId="2917616117" sldId="386"/>
            <ac:picMk id="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8:09.366" v="234" actId="255"/>
        <pc:sldMkLst>
          <pc:docMk/>
          <pc:sldMk cId="2478042949" sldId="387"/>
        </pc:sldMkLst>
        <pc:spChg chg="mod">
          <ac:chgData name="Carlo Harvey" userId="7fc0bd1f-30c9-4658-ad48-1164658ac012" providerId="ADAL" clId="{0625C839-C32C-4659-96AF-B5D9805EA19B}" dt="2020-09-20T12:28:09.366" v="234" actId="255"/>
          <ac:spMkLst>
            <pc:docMk/>
            <pc:sldMk cId="2478042949" sldId="387"/>
            <ac:spMk id="3" creationId="{00000000-0000-0000-0000-000000000000}"/>
          </ac:spMkLst>
        </pc:sp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659936188" sldId="388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583627964" sldId="389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4276459459" sldId="390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1184841758" sldId="391"/>
        </pc:sldMkLst>
      </pc:sldChg>
      <pc:sldChg chg="modSp add">
        <pc:chgData name="Carlo Harvey" userId="7fc0bd1f-30c9-4658-ad48-1164658ac012" providerId="ADAL" clId="{0625C839-C32C-4659-96AF-B5D9805EA19B}" dt="2020-09-20T12:28:46.604" v="257" actId="27636"/>
        <pc:sldMkLst>
          <pc:docMk/>
          <pc:sldMk cId="2646045406" sldId="392"/>
        </pc:sldMkLst>
        <pc:spChg chg="mod">
          <ac:chgData name="Carlo Harvey" userId="7fc0bd1f-30c9-4658-ad48-1164658ac012" providerId="ADAL" clId="{0625C839-C32C-4659-96AF-B5D9805EA19B}" dt="2020-09-20T12:28:46.604" v="257" actId="27636"/>
          <ac:spMkLst>
            <pc:docMk/>
            <pc:sldMk cId="2646045406" sldId="392"/>
            <ac:spMk id="3" creationId="{00000000-0000-0000-0000-000000000000}"/>
          </ac:spMkLst>
        </pc:spChg>
      </pc:sldChg>
      <pc:sldMasterChg chg="delSp modSp setBg">
        <pc:chgData name="Carlo Harvey" userId="7fc0bd1f-30c9-4658-ad48-1164658ac012" providerId="ADAL" clId="{0625C839-C32C-4659-96AF-B5D9805EA19B}" dt="2020-09-20T12:21:21.112" v="130" actId="2711"/>
        <pc:sldMasterMkLst>
          <pc:docMk/>
          <pc:sldMasterMk cId="1117585176" sldId="2147483660"/>
        </pc:sldMasterMkLst>
        <pc:spChg chg="mod">
          <ac:chgData name="Carlo Harvey" userId="7fc0bd1f-30c9-4658-ad48-1164658ac012" providerId="ADAL" clId="{0625C839-C32C-4659-96AF-B5D9805EA19B}" dt="2020-09-20T12:21:21.112" v="130" actId="2711"/>
          <ac:spMkLst>
            <pc:docMk/>
            <pc:sldMasterMk cId="1117585176" sldId="2147483660"/>
            <ac:spMk id="2" creationId="{00000000-0000-0000-0000-000000000000}"/>
          </ac:spMkLst>
        </pc:spChg>
        <pc:spChg chg="mod">
          <ac:chgData name="Carlo Harvey" userId="7fc0bd1f-30c9-4658-ad48-1164658ac012" providerId="ADAL" clId="{0625C839-C32C-4659-96AF-B5D9805EA19B}" dt="2020-09-20T12:20:56.957" v="122" actId="14100"/>
          <ac:spMkLst>
            <pc:docMk/>
            <pc:sldMasterMk cId="1117585176" sldId="2147483660"/>
            <ac:spMk id="3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4.780" v="110" actId="478"/>
          <ac:spMkLst>
            <pc:docMk/>
            <pc:sldMasterMk cId="1117585176" sldId="2147483660"/>
            <ac:spMk id="4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6.146" v="111" actId="478"/>
          <ac:spMkLst>
            <pc:docMk/>
            <pc:sldMasterMk cId="1117585176" sldId="2147483660"/>
            <ac:spMk id="5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7.637" v="112" actId="478"/>
          <ac:spMkLst>
            <pc:docMk/>
            <pc:sldMasterMk cId="1117585176" sldId="2147483660"/>
            <ac:spMk id="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BAA2E-F679-43AD-B6DA-B55C6CA53C13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EFB7-E366-4748-B0E0-B37CDB7B7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6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7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6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78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1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5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4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7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20/09/2020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55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3158"/>
            <a:ext cx="7886700" cy="438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 Condensed" panose="020B0606040000020204" pitchFamily="34" charset="0"/>
          <a:ea typeface="DIN Condensed" panose="020B0606040000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Labs 1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Vectors</a:t>
            </a:r>
          </a:p>
        </p:txBody>
      </p:sp>
    </p:spTree>
    <p:extLst>
      <p:ext uri="{BB962C8B-B14F-4D97-AF65-F5344CB8AC3E}">
        <p14:creationId xmlns:p14="http://schemas.microsoft.com/office/powerpoint/2010/main" val="20481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Introduction to Vectors</a:t>
            </a:r>
          </a:p>
          <a:p>
            <a:r>
              <a:rPr lang="en-GB" sz="2200" dirty="0"/>
              <a:t>Ensure:</a:t>
            </a:r>
          </a:p>
          <a:p>
            <a:pPr lvl="1"/>
            <a:r>
              <a:rPr lang="en-GB" sz="1800" dirty="0"/>
              <a:t>What is a vector?</a:t>
            </a:r>
          </a:p>
          <a:p>
            <a:pPr lvl="2"/>
            <a:r>
              <a:rPr lang="en-GB" sz="1600" dirty="0"/>
              <a:t>What is a scalar?</a:t>
            </a:r>
          </a:p>
          <a:p>
            <a:pPr lvl="1"/>
            <a:r>
              <a:rPr lang="en-GB" sz="1800" dirty="0"/>
              <a:t>Properties of vectors</a:t>
            </a:r>
          </a:p>
          <a:p>
            <a:pPr lvl="2"/>
            <a:r>
              <a:rPr lang="en-GB" sz="1600" dirty="0"/>
              <a:t>2D</a:t>
            </a:r>
          </a:p>
          <a:p>
            <a:pPr lvl="2"/>
            <a:r>
              <a:rPr lang="en-GB" sz="1600" dirty="0"/>
              <a:t>3D</a:t>
            </a:r>
          </a:p>
          <a:p>
            <a:pPr lvl="1"/>
            <a:r>
              <a:rPr lang="en-GB" sz="1800" dirty="0"/>
              <a:t>Consistent notation</a:t>
            </a:r>
          </a:p>
          <a:p>
            <a:pPr lvl="1"/>
            <a:r>
              <a:rPr lang="en-GB" sz="1800" dirty="0"/>
              <a:t>Adding, Subtracting, Multiplying</a:t>
            </a:r>
          </a:p>
          <a:p>
            <a:pPr lvl="1"/>
            <a:r>
              <a:rPr lang="en-GB" sz="1800" dirty="0"/>
              <a:t>Vector Distances</a:t>
            </a:r>
          </a:p>
          <a:p>
            <a:pPr lvl="1"/>
            <a:r>
              <a:rPr lang="en-GB" sz="1800" dirty="0"/>
              <a:t>Position Vector</a:t>
            </a:r>
          </a:p>
        </p:txBody>
      </p:sp>
    </p:spTree>
    <p:extLst>
      <p:ext uri="{BB962C8B-B14F-4D97-AF65-F5344CB8AC3E}">
        <p14:creationId xmlns:p14="http://schemas.microsoft.com/office/powerpoint/2010/main" val="65993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Vector?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Physical quantities, such as force, speed and time.</a:t>
            </a:r>
          </a:p>
          <a:p>
            <a:r>
              <a:rPr lang="en-GB" sz="2200" dirty="0"/>
              <a:t>Useful to separate these physical quantities into </a:t>
            </a:r>
            <a:r>
              <a:rPr lang="en-GB" sz="2200" dirty="0">
                <a:solidFill>
                  <a:srgbClr val="0000FF"/>
                </a:solidFill>
              </a:rPr>
              <a:t>two types</a:t>
            </a:r>
            <a:r>
              <a:rPr lang="en-GB" sz="2200" dirty="0"/>
              <a:t>.</a:t>
            </a:r>
          </a:p>
          <a:p>
            <a:pPr lvl="1"/>
            <a:r>
              <a:rPr lang="en-GB" sz="1800" dirty="0"/>
              <a:t>Quantities of the first type are known as </a:t>
            </a:r>
            <a:r>
              <a:rPr lang="en-GB" sz="1800" b="1" dirty="0"/>
              <a:t>scalars</a:t>
            </a:r>
            <a:r>
              <a:rPr lang="en-GB" sz="1800" dirty="0"/>
              <a:t>. These can be fully described by a single number known as the </a:t>
            </a:r>
            <a:r>
              <a:rPr lang="en-GB" sz="1800" b="1" dirty="0"/>
              <a:t>magnitude</a:t>
            </a:r>
            <a:r>
              <a:rPr lang="en-GB" sz="1800" dirty="0"/>
              <a:t>. </a:t>
            </a:r>
          </a:p>
          <a:p>
            <a:pPr lvl="1"/>
            <a:r>
              <a:rPr lang="en-GB" sz="1800" dirty="0"/>
              <a:t>Quantities of the second type are those which require the specification of a </a:t>
            </a:r>
            <a:r>
              <a:rPr lang="en-GB" sz="1800" b="1" dirty="0"/>
              <a:t>direction</a:t>
            </a:r>
            <a:r>
              <a:rPr lang="en-GB" sz="1800" dirty="0"/>
              <a:t>, in addition to a magnitude, before they are completely described. These are known as </a:t>
            </a:r>
            <a:r>
              <a:rPr lang="en-GB" sz="1800" b="1" dirty="0"/>
              <a:t>vectors</a:t>
            </a:r>
            <a:r>
              <a:rPr lang="en-GB" sz="1800" dirty="0"/>
              <a:t>. </a:t>
            </a:r>
          </a:p>
          <a:p>
            <a:r>
              <a:rPr lang="en-GB" sz="2200" dirty="0"/>
              <a:t>Special methods have been developed for handling vectors in calculations, giving rise to subjects such as vector algebra, vector geometry and vector calculus. </a:t>
            </a:r>
          </a:p>
          <a:p>
            <a:r>
              <a:rPr lang="en-GB" sz="2200" dirty="0"/>
              <a:t>Quantities that are vectors must be </a:t>
            </a:r>
            <a:r>
              <a:rPr lang="en-GB" sz="2200" dirty="0">
                <a:solidFill>
                  <a:srgbClr val="FF0000"/>
                </a:solidFill>
              </a:rPr>
              <a:t>manipulated</a:t>
            </a:r>
            <a:r>
              <a:rPr lang="en-GB" sz="2200" dirty="0"/>
              <a:t> according to </a:t>
            </a:r>
            <a:r>
              <a:rPr lang="en-GB" sz="2200" dirty="0">
                <a:solidFill>
                  <a:srgbClr val="FF0000"/>
                </a:solidFill>
              </a:rPr>
              <a:t>certain rules</a:t>
            </a:r>
            <a:r>
              <a:rPr lang="en-GB" sz="2200" dirty="0"/>
              <a:t>, some of which are described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4393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 vs.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b="1" dirty="0"/>
              <a:t>Speed </a:t>
            </a:r>
            <a:r>
              <a:rPr lang="en-GB" sz="2200" dirty="0"/>
              <a:t>is a </a:t>
            </a:r>
            <a:r>
              <a:rPr lang="en-GB" sz="2200" dirty="0">
                <a:solidFill>
                  <a:srgbClr val="0000FF"/>
                </a:solidFill>
              </a:rPr>
              <a:t>scalar</a:t>
            </a:r>
            <a:r>
              <a:rPr lang="en-GB" sz="2200" dirty="0"/>
              <a:t> quantity described by giving a single number in appropriate units.</a:t>
            </a:r>
          </a:p>
          <a:p>
            <a:r>
              <a:rPr lang="en-GB" sz="2200" dirty="0"/>
              <a:t>For example ‘the speed of the car is 40 kilometres per hour’. </a:t>
            </a:r>
          </a:p>
          <a:p>
            <a:r>
              <a:rPr lang="en-GB" sz="2200" dirty="0"/>
              <a:t>On the other hand </a:t>
            </a:r>
            <a:r>
              <a:rPr lang="en-GB" sz="2200" b="1" dirty="0"/>
              <a:t>velocity </a:t>
            </a:r>
            <a:r>
              <a:rPr lang="en-GB" sz="2200" dirty="0"/>
              <a:t>is a </a:t>
            </a:r>
            <a:r>
              <a:rPr lang="en-GB" sz="2200" dirty="0">
                <a:solidFill>
                  <a:srgbClr val="0000FF"/>
                </a:solidFill>
              </a:rPr>
              <a:t>vector</a:t>
            </a:r>
            <a:r>
              <a:rPr lang="en-GB" sz="2200" dirty="0"/>
              <a:t> quantity and must be specified by giving a direction as well. </a:t>
            </a:r>
          </a:p>
          <a:p>
            <a:r>
              <a:rPr lang="en-GB" sz="2200" dirty="0"/>
              <a:t>For example ‘the velocity of the aircraft is 20 metres per second due north’.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91" y="3763941"/>
            <a:ext cx="7100018" cy="1910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27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Quantities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809323"/>
              </p:ext>
            </p:extLst>
          </p:nvPr>
        </p:nvGraphicFramePr>
        <p:xfrm>
          <a:off x="442119" y="1389380"/>
          <a:ext cx="825976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S.I.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57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Quantities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183998"/>
              </p:ext>
            </p:extLst>
          </p:nvPr>
        </p:nvGraphicFramePr>
        <p:xfrm>
          <a:off x="442119" y="1389380"/>
          <a:ext cx="825976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S.I.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Kilogram,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Kelvin,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Pascal, 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Joule,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Joule,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Newton,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Metres per second, ms</a:t>
                      </a:r>
                      <a:r>
                        <a:rPr lang="en-GB" baseline="30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Metres /s/s, ms</a:t>
                      </a:r>
                      <a:r>
                        <a:rPr lang="en-GB" baseline="300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9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Visualising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Because a vector has a </a:t>
            </a:r>
            <a:r>
              <a:rPr lang="en-GB" sz="2200" dirty="0">
                <a:solidFill>
                  <a:srgbClr val="0000FF"/>
                </a:solidFill>
              </a:rPr>
              <a:t>direction</a:t>
            </a:r>
            <a:r>
              <a:rPr lang="en-GB" sz="2200" dirty="0"/>
              <a:t> as well as a </a:t>
            </a:r>
            <a:r>
              <a:rPr lang="en-GB" sz="2200" dirty="0">
                <a:solidFill>
                  <a:srgbClr val="0000FF"/>
                </a:solidFill>
              </a:rPr>
              <a:t>magnitude</a:t>
            </a:r>
            <a:r>
              <a:rPr lang="en-GB" sz="2200" dirty="0"/>
              <a:t> we can represent a vector by drawing a line. </a:t>
            </a:r>
          </a:p>
          <a:p>
            <a:r>
              <a:rPr lang="en-GB" sz="2200" dirty="0"/>
              <a:t>The length of the line represents the </a:t>
            </a:r>
            <a:r>
              <a:rPr lang="en-GB" sz="2200" dirty="0">
                <a:solidFill>
                  <a:srgbClr val="0000FF"/>
                </a:solidFill>
              </a:rPr>
              <a:t>magnitude</a:t>
            </a:r>
            <a:r>
              <a:rPr lang="en-GB" sz="2200" dirty="0"/>
              <a:t> of the vector given some appropriate </a:t>
            </a:r>
            <a:r>
              <a:rPr lang="en-GB" sz="2200" dirty="0">
                <a:solidFill>
                  <a:srgbClr val="0000FF"/>
                </a:solidFill>
              </a:rPr>
              <a:t>scale</a:t>
            </a:r>
            <a:r>
              <a:rPr lang="en-GB" sz="2200" dirty="0"/>
              <a:t>.</a:t>
            </a:r>
          </a:p>
          <a:p>
            <a:r>
              <a:rPr lang="en-GB" sz="2200" dirty="0"/>
              <a:t>The direction of the line represents the direction of the vector.</a:t>
            </a:r>
          </a:p>
          <a:p>
            <a:r>
              <a:rPr lang="en-GB" sz="2200" dirty="0"/>
              <a:t>We call this representation a </a:t>
            </a:r>
            <a:r>
              <a:rPr lang="en-GB" sz="2200" i="1" dirty="0">
                <a:solidFill>
                  <a:srgbClr val="FF0000"/>
                </a:solidFill>
              </a:rPr>
              <a:t>directed line segment</a:t>
            </a:r>
            <a:r>
              <a:rPr lang="en-GB" sz="2200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08" y="3673503"/>
            <a:ext cx="2496784" cy="186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37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It is important when writing vectors to distinguish them from scalars. Various notations are used. To emphasise the vector from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200" dirty="0"/>
                  <a:t> to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200" dirty="0"/>
                  <a:t>, we use an arrow and write</a:t>
                </a:r>
                <a14:m>
                  <m:oMath xmlns:m="http://schemas.openxmlformats.org/officeDocument/2006/math">
                    <m:r>
                      <a:rPr lang="en-GB" sz="2200" b="0" i="0" smtClean="0">
                        <a:latin typeface="Cambria Math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Vectors are often written by using a bold typeface such as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latin typeface="Cambria Math"/>
                      </a:rPr>
                      <m:t>𝒂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pPr lvl="1"/>
                <a:r>
                  <a:rPr lang="en-GB" sz="1800" dirty="0"/>
                  <a:t>It is difficult when handwriting to reproduce the bold face and so it is conventional to underline vector quantities and write </a:t>
                </a:r>
                <a14:m>
                  <m:oMath xmlns:m="http://schemas.openxmlformats.org/officeDocument/2006/math">
                    <m:r>
                      <a:rPr lang="en-GB" sz="18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instead. </a:t>
                </a:r>
              </a:p>
              <a:p>
                <a:r>
                  <a:rPr lang="en-GB" sz="2200" dirty="0"/>
                  <a:t>So</a:t>
                </a:r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en-GB" sz="2200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 the same vector.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709946"/>
            <a:ext cx="590550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38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When we wish to refer to simply the magnitude, (or length), of a vector we write this using the modulus sign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</m:e>
                    </m:acc>
                  </m:oMath>
                </a14:m>
                <a:r>
                  <a:rPr lang="en-GB" sz="2200" dirty="0"/>
                  <a:t>, or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</m:oMath>
                </a14:m>
                <a:r>
                  <a:rPr lang="en-GB" sz="2200" dirty="0"/>
                  <a:t>, or simply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(without the underline).</a:t>
                </a:r>
              </a:p>
              <a:p>
                <a:r>
                  <a:rPr lang="en-GB" sz="2200" dirty="0"/>
                  <a:t>In general two vectors are said to be </a:t>
                </a:r>
                <a:r>
                  <a:rPr lang="en-GB" sz="2200" b="1" dirty="0"/>
                  <a:t>equal vectors </a:t>
                </a:r>
                <a:r>
                  <a:rPr lang="en-GB" sz="2200" dirty="0"/>
                  <a:t>if they have the same magnitude and direction.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GB" sz="2200" dirty="0"/>
                  <a:t> are equal even though their locations differ.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3463142"/>
            <a:ext cx="49911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10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</a:t>
                </a:r>
                <a:r>
                  <a:rPr lang="en-GB" sz="2200" dirty="0">
                    <a:solidFill>
                      <a:srgbClr val="0000FF"/>
                    </a:solidFill>
                  </a:rPr>
                  <a:t>vector</a:t>
                </a:r>
                <a:r>
                  <a:rPr lang="en-GB" sz="2200" dirty="0"/>
                  <a:t> is defined only by its </a:t>
                </a:r>
                <a:r>
                  <a:rPr lang="en-GB" sz="2200" dirty="0">
                    <a:solidFill>
                      <a:srgbClr val="FF0000"/>
                    </a:solidFill>
                  </a:rPr>
                  <a:t>direction</a:t>
                </a:r>
                <a:r>
                  <a:rPr lang="en-GB" sz="2200" dirty="0"/>
                  <a:t> and </a:t>
                </a:r>
                <a:r>
                  <a:rPr lang="en-GB" sz="2200" dirty="0">
                    <a:solidFill>
                      <a:srgbClr val="FF0000"/>
                    </a:solidFill>
                  </a:rPr>
                  <a:t>magnitude</a:t>
                </a:r>
                <a:r>
                  <a:rPr lang="en-GB" sz="2200" dirty="0"/>
                  <a:t>, not by its location in space. These vectors are often called </a:t>
                </a:r>
                <a:r>
                  <a:rPr lang="en-GB" sz="2200" b="1" dirty="0"/>
                  <a:t>free </a:t>
                </a:r>
                <a:r>
                  <a:rPr lang="en-GB" sz="2200" dirty="0"/>
                  <a:t>vectors.</a:t>
                </a:r>
              </a:p>
              <a:p>
                <a:r>
                  <a:rPr lang="en-GB" sz="2200" dirty="0"/>
                  <a:t>The vector -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opposite direction to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dirty="0"/>
                  <a:t>, but has the same magnitude as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  <m:r>
                      <a:rPr lang="en-GB" sz="2200" b="0" i="1" u="sng" dirty="0" smtClean="0">
                        <a:latin typeface="Cambria Math"/>
                      </a:rPr>
                      <m:t>.</m:t>
                    </m:r>
                  </m:oMath>
                </a14:m>
                <a:endParaRPr lang="en-GB" sz="2200" b="0" u="sng" dirty="0"/>
              </a:p>
              <a:p>
                <a:r>
                  <a:rPr lang="en-GB" sz="2200" dirty="0"/>
                  <a:t>Geometrically, if </a:t>
                </a:r>
                <a14:m>
                  <m:oMath xmlns:m="http://schemas.openxmlformats.org/officeDocument/2006/math">
                    <m:r>
                      <a:rPr lang="en-GB" sz="2200" i="1" u="sng" dirty="0">
                        <a:latin typeface="Cambria Math"/>
                      </a:rPr>
                      <m:t>𝑎</m:t>
                    </m:r>
                    <m:r>
                      <a:rPr lang="en-GB" sz="2200" b="0" i="0" dirty="0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 then -</a:t>
                </a:r>
                <a14:m>
                  <m:oMath xmlns:m="http://schemas.openxmlformats.org/officeDocument/2006/math">
                    <m:r>
                      <a:rPr lang="en-GB" sz="2200" i="1" u="sng" dirty="0">
                        <a:latin typeface="Cambria Math"/>
                      </a:rPr>
                      <m:t>𝑎</m:t>
                    </m:r>
                    <m:r>
                      <a:rPr lang="en-GB" sz="2200" dirty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𝐵</m:t>
                        </m:r>
                        <m:r>
                          <a:rPr lang="en-GB" sz="2200" i="1" dirty="0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GB" sz="2200" i="1" dirty="0">
                        <a:latin typeface="Cambria Math"/>
                      </a:rPr>
                      <m:t> </m:t>
                    </m:r>
                  </m:oMath>
                </a14:m>
                <a:endParaRPr lang="en-GB" sz="22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1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2" y="3417124"/>
            <a:ext cx="47910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931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Draw a diagram showing an arbitrary vector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. On the diagram show the vector −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Vectors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sz="2200" dirty="0"/>
                  <a:t> are equal vectors. Draw a diagram which might be used to represent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𝐹</m:t>
                        </m:r>
                      </m:e>
                    </m:bar>
                  </m:oMath>
                </a14:m>
                <a:r>
                  <a:rPr lang="en-GB" sz="2200" dirty="0"/>
                  <a:t> is a vector, what is meant by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71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Vectors are added in a particular way known as the </a:t>
                </a:r>
                <a:r>
                  <a:rPr lang="en-GB" sz="2200" b="1" dirty="0"/>
                  <a:t>triangle law</a:t>
                </a:r>
                <a:r>
                  <a:rPr lang="en-GB" sz="2200" dirty="0"/>
                  <a:t>. Consider the following example:</a:t>
                </a:r>
              </a:p>
              <a:p>
                <a:r>
                  <a:rPr lang="en-GB" sz="2400" dirty="0"/>
                  <a:t>A vehicle moves on tracks around a factory floor carrying components from the store 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workers 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, via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The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can be represented by a displacement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400" dirty="0"/>
                  <a:t>. Similarly,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can be represented by the displacement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GB" sz="2400" dirty="0"/>
                  <a:t>, and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can be represented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𝐴𝐶</m:t>
                        </m:r>
                      </m:e>
                    </m:acc>
                  </m:oMath>
                </a14:m>
                <a:r>
                  <a:rPr lang="en-GB" sz="2400" dirty="0"/>
                  <a:t>. </a:t>
                </a:r>
              </a:p>
              <a:p>
                <a:r>
                  <a:rPr lang="en-GB" sz="2400" dirty="0"/>
                  <a:t>Since travelling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and then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is equivalent to travelling directly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, we 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en-GB" sz="2400" b="0" i="1" smtClean="0">
                        <a:latin typeface="Cambria Math"/>
                      </a:rPr>
                      <m:t>+</m:t>
                    </m:r>
                    <m:acc>
                      <m:accPr>
                        <m:chr m:val="⃗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𝐵𝐶</m:t>
                        </m:r>
                      </m:e>
                    </m:acc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𝐴𝐶</m:t>
                        </m:r>
                      </m:e>
                    </m:acc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808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940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958748"/>
            <a:ext cx="7391400" cy="4707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68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9" y="1940651"/>
            <a:ext cx="6736118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Triangle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Note that we can add vectors by placing the </a:t>
            </a:r>
            <a:r>
              <a:rPr lang="en-GB" sz="2200" dirty="0">
                <a:solidFill>
                  <a:srgbClr val="0000FF"/>
                </a:solidFill>
              </a:rPr>
              <a:t>tail</a:t>
            </a:r>
            <a:r>
              <a:rPr lang="en-GB" sz="2200" dirty="0"/>
              <a:t> of the </a:t>
            </a:r>
            <a:r>
              <a:rPr lang="en-GB" sz="2200" dirty="0">
                <a:solidFill>
                  <a:srgbClr val="FF0000"/>
                </a:solidFill>
              </a:rPr>
              <a:t>second</a:t>
            </a:r>
            <a:r>
              <a:rPr lang="en-GB" sz="2200" dirty="0"/>
              <a:t> at the </a:t>
            </a:r>
            <a:r>
              <a:rPr lang="en-GB" sz="2200" dirty="0">
                <a:solidFill>
                  <a:srgbClr val="0000FF"/>
                </a:solidFill>
              </a:rPr>
              <a:t>head</a:t>
            </a:r>
            <a:r>
              <a:rPr lang="en-GB" sz="2200" dirty="0"/>
              <a:t> of the </a:t>
            </a:r>
            <a:r>
              <a:rPr lang="en-GB" sz="2200" dirty="0">
                <a:solidFill>
                  <a:srgbClr val="FF0000"/>
                </a:solidFill>
              </a:rPr>
              <a:t>first</a:t>
            </a:r>
            <a:r>
              <a:rPr lang="en-GB" sz="2200" dirty="0"/>
              <a:t> and completing the third side of the triangle so formed.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379" y="3236051"/>
            <a:ext cx="5310188" cy="239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44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Triangle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Redraw the diagram below to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Find also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the same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892410"/>
            <a:ext cx="6172200" cy="3585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0316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It is possible, using the triangle law, to prove the following rules which apply to any three vectors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𝑐</m:t>
                    </m:r>
                  </m:oMath>
                </a14:m>
                <a:endParaRPr lang="en-GB" sz="2200" u="sng" dirty="0"/>
              </a:p>
              <a:p>
                <a:endParaRPr lang="en-GB" sz="2200" u="sng" dirty="0"/>
              </a:p>
              <a:p>
                <a:r>
                  <a:rPr lang="en-GB" sz="2400" dirty="0"/>
                  <a:t>Vector addition is said to be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commutative</a:t>
                </a:r>
              </a:p>
              <a:p>
                <a:pPr marL="0" indent="0" algn="ctr">
                  <a:buNone/>
                </a:pPr>
                <a:endParaRPr lang="en-GB" sz="22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0" smtClean="0">
                          <a:latin typeface="Cambria Math"/>
                        </a:rPr>
                        <m:t>=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GB" sz="2200" dirty="0">
                  <a:solidFill>
                    <a:srgbClr val="FF0000"/>
                  </a:solidFill>
                </a:endParaRPr>
              </a:p>
              <a:p>
                <a:r>
                  <a:rPr lang="en-GB" sz="2400" dirty="0"/>
                  <a:t>Vector addition is said to be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associative</a:t>
                </a:r>
              </a:p>
              <a:p>
                <a:pPr marL="0" indent="0" algn="ctr">
                  <a:buNone/>
                </a:pPr>
                <a:endParaRPr lang="en-GB" sz="22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r>
                        <a:rPr lang="en-GB" sz="2200" b="0" i="1" smtClean="0">
                          <a:latin typeface="Cambria Math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𝑐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)</m:t>
                      </m:r>
                      <m:r>
                        <a:rPr lang="en-GB" sz="2200">
                          <a:latin typeface="Cambria Math"/>
                        </a:rPr>
                        <m:t>=</m:t>
                      </m:r>
                      <m:r>
                        <a:rPr lang="en-GB" sz="2200" b="0" i="1" smtClean="0">
                          <a:latin typeface="Cambria Math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)</m:t>
                      </m: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𝑐</m:t>
                          </m:r>
                        </m:e>
                      </m:bar>
                    </m:oMath>
                  </m:oMathPara>
                </a14:m>
                <a:endParaRPr lang="en-GB" sz="2200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15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Subtraction of one vector from another is performed by adding the corresponding </a:t>
                </a:r>
                <a:r>
                  <a:rPr lang="en-GB" sz="2200" dirty="0">
                    <a:solidFill>
                      <a:srgbClr val="FF0000"/>
                    </a:solidFill>
                  </a:rPr>
                  <a:t>negative</a:t>
                </a:r>
                <a:r>
                  <a:rPr lang="en-GB" sz="2200" dirty="0"/>
                  <a:t> vector. If we seek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we form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+(</m:t>
                    </m:r>
                    <m:r>
                      <a:rPr lang="en-GB" sz="2200" i="1" dirty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Note that in the right-hand diagram the arrow 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has been </a:t>
                </a:r>
                <a:r>
                  <a:rPr lang="en-GB" sz="2200" dirty="0">
                    <a:solidFill>
                      <a:srgbClr val="FF0000"/>
                    </a:solidFill>
                  </a:rPr>
                  <a:t>reversed</a:t>
                </a:r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569" y="2996086"/>
            <a:ext cx="6622861" cy="2638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6061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Vector Manipulation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 two perpendicular sides of a square. Find vector expressions which represent the diagonals of the square.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In the rectangle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𝐴𝐵𝐶𝐷</m:t>
                    </m:r>
                  </m:oMath>
                </a14:m>
                <a:r>
                  <a:rPr lang="en-GB" sz="2200" dirty="0"/>
                  <a:t>, side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𝐴𝐵</m:t>
                    </m:r>
                  </m:oMath>
                </a14:m>
                <a:r>
                  <a:rPr lang="en-GB" sz="2200" dirty="0"/>
                  <a:t> is represented by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side BC is represented by the vector </a:t>
                </a:r>
                <a:r>
                  <a:rPr lang="en-GB" sz="2200" i="1" dirty="0"/>
                  <a:t>q</a:t>
                </a:r>
                <a:r>
                  <a:rPr lang="en-GB" sz="2200" dirty="0"/>
                  <a:t>. State the physical significance of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787" r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311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565" y="4416115"/>
            <a:ext cx="3286870" cy="1218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</a:t>
            </a:r>
            <a:r>
              <a:rPr lang="en-GB" b="1" dirty="0"/>
              <a:t>Scalar</a:t>
            </a:r>
            <a:r>
              <a:rPr lang="en-GB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:r>
                  <a:rPr lang="en-GB" sz="2200" i="1" dirty="0"/>
                  <a:t>k </a:t>
                </a:r>
                <a:r>
                  <a:rPr lang="en-GB" sz="2200" dirty="0"/>
                  <a:t>is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positive</a:t>
                </a:r>
                <a:r>
                  <a:rPr lang="en-GB" sz="2200" dirty="0"/>
                  <a:t> scalar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same direction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but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times longer. If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</a:t>
                </a:r>
                <a:r>
                  <a:rPr lang="en-GB" sz="2200" dirty="0">
                    <a:solidFill>
                      <a:srgbClr val="FF0000"/>
                    </a:solidFill>
                  </a:rPr>
                  <a:t>negative</a:t>
                </a:r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opposite direction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times longer.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b="0" i="0" dirty="0" smtClean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said to be a </a:t>
                </a:r>
                <a:r>
                  <a:rPr lang="en-GB" sz="2200" b="1" dirty="0"/>
                  <a:t>scalar multiple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three times as long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has the same direction. 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2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in the same direction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but is half as long. 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−4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in the opposite direction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four times as long.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812" t="-787" r="-1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106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</a:t>
            </a:r>
            <a:r>
              <a:rPr lang="en-GB" b="1" dirty="0"/>
              <a:t>Scalar</a:t>
            </a:r>
            <a:r>
              <a:rPr lang="en-GB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For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scalars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GB" sz="2200" dirty="0"/>
                  <a:t>, and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vectors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the following rules hold: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(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r>
                      <a:rPr lang="en-GB" sz="2200" i="1" dirty="0">
                        <a:latin typeface="Cambria Math"/>
                      </a:rPr>
                      <m:t> </m:t>
                    </m:r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endParaRPr lang="en-GB" sz="220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r>
                      <a:rPr lang="en-GB" sz="2200" i="1" dirty="0">
                        <a:latin typeface="Cambria Math"/>
                      </a:rPr>
                      <m:t>𝑙</m:t>
                    </m: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 </m:t>
                    </m:r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 smtClean="0">
                        <a:latin typeface="Cambria Math"/>
                      </a:rPr>
                      <m:t>l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endParaRPr lang="en-GB" sz="220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(</m:t>
                    </m:r>
                    <m:r>
                      <a:rPr lang="en-GB" sz="2200" i="1" dirty="0">
                        <a:latin typeface="Cambria Math"/>
                      </a:rPr>
                      <m:t>𝑙</m:t>
                    </m: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787" r="-17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033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Using the rules provided so far, simplify the following: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0" dirty="0" smtClean="0">
                          <a:latin typeface="Cambria Math"/>
                        </a:rPr>
                        <m:t>3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+</m:t>
                      </m:r>
                      <m:r>
                        <a:rPr lang="en-GB" sz="2200" b="0" i="1" dirty="0" smtClean="0">
                          <a:latin typeface="Cambria Math"/>
                        </a:rPr>
                        <m:t>7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i="1" dirty="0"/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2</m:t>
                    </m:r>
                    <m:r>
                      <a:rPr lang="en-GB" sz="2200" i="1" dirty="0">
                        <a:latin typeface="Cambria Math"/>
                      </a:rPr>
                      <m:t>(</m:t>
                    </m:r>
                    <m:r>
                      <a:rPr lang="en-GB" sz="2200" b="0" i="1" dirty="0" smtClean="0">
                        <a:latin typeface="Cambria Math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0" dirty="0" smtClean="0">
                          <a:latin typeface="Cambria Math"/>
                        </a:rPr>
                        <m:t>4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𝑞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+</m:t>
                      </m:r>
                      <m:r>
                        <a:rPr lang="en-GB" sz="2200" b="0" i="1" dirty="0" smtClean="0">
                          <a:latin typeface="Cambria Math"/>
                        </a:rPr>
                        <m:t>4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𝑟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542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71" y="3366145"/>
            <a:ext cx="6866057" cy="226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vector which has a magnitude of 1 is called a </a:t>
                </a:r>
                <a:r>
                  <a:rPr lang="en-GB" sz="2200" b="1" dirty="0"/>
                  <a:t>unit vector</a:t>
                </a:r>
                <a:r>
                  <a:rPr lang="en-GB" sz="2200" dirty="0"/>
                  <a:t>.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magnitude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 </m:t>
                    </m:r>
                    <m:r>
                      <a:rPr lang="en-GB" sz="2200" dirty="0">
                        <a:latin typeface="Cambria Math"/>
                      </a:rPr>
                      <m:t>3</m:t>
                    </m:r>
                  </m:oMath>
                </a14:m>
                <a:r>
                  <a:rPr lang="en-GB" sz="2200" dirty="0"/>
                  <a:t>, then a unit vector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200" b="0" i="1" dirty="0" smtClean="0">
                            <a:latin typeface="Cambria Math"/>
                          </a:rPr>
                          <m:t>3</m:t>
                        </m:r>
                      </m:den>
                    </m:f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A unit vector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given the ‘hat’ symbol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acc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400" dirty="0"/>
                  <a:t>A unit vector can be easily found by dividing a vector by its modulus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lang="en-GB" sz="240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acc>
                  </m:oMath>
                </a14:m>
                <a:r>
                  <a:rPr lang="en-GB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num>
                      <m:den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  <m:bar>
                          <m:bar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</m:den>
                    </m:f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959" t="-656" r="-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22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Cartesian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It is useful to be able to describe vectors with reference to specific coordinate systems, such as the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Cartesian</a:t>
                </a:r>
                <a:r>
                  <a:rPr lang="en-GB" sz="2200" dirty="0"/>
                  <a:t> coordinate system. </a:t>
                </a:r>
              </a:p>
              <a:p>
                <a:r>
                  <a:rPr lang="en-GB" sz="2200" dirty="0"/>
                  <a:t>This is possible by defining </a:t>
                </a:r>
                <a:r>
                  <a:rPr lang="en-GB" sz="2200" dirty="0">
                    <a:solidFill>
                      <a:srgbClr val="FF0000"/>
                    </a:solidFill>
                  </a:rPr>
                  <a:t>unit vectors </a:t>
                </a:r>
                <a:r>
                  <a:rPr lang="en-GB" sz="2200" dirty="0"/>
                  <a:t>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  <m:r>
                      <a:rPr lang="en-GB" sz="22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axes. </a:t>
                </a:r>
              </a:p>
              <a:p>
                <a:r>
                  <a:rPr lang="en-GB" sz="2200" dirty="0"/>
                  <a:t>Any other vector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can then be represented as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combination</a:t>
                </a:r>
                <a:r>
                  <a:rPr lang="en-GB" sz="2200" dirty="0"/>
                  <a:t> of these </a:t>
                </a:r>
                <a:r>
                  <a:rPr lang="en-GB" sz="2200" i="1" dirty="0">
                    <a:solidFill>
                      <a:srgbClr val="0000FF"/>
                    </a:solidFill>
                  </a:rPr>
                  <a:t>basis vectors</a:t>
                </a:r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The idea is then extended to three dimensional (3D) vectors.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1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532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Any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in the plane of the figure can be defined in terms of its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coordinates.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447" y="1890215"/>
            <a:ext cx="5677106" cy="377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073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unit vector pointing in the positive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is denoted by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GB" sz="2200" dirty="0"/>
                  <a:t>. Note that it is common practice to write this particular unit vector without the hat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ˆ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It follows that any vector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will be a multiple of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GB" sz="2200" dirty="0"/>
                  <a:t>. In general a vector of length 𝑙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can be written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endParaRPr lang="en-GB" sz="2200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3206796"/>
            <a:ext cx="4514850" cy="249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1822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Similarly,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unit vector </a:t>
                </a:r>
                <a:r>
                  <a:rPr lang="en-GB" sz="2200" dirty="0"/>
                  <a:t>pointing in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 is denoted by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Then, any vector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 will be a multiple of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 diagram shows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In general a vector of length</a:t>
                </a:r>
                <a:r>
                  <a:rPr lang="en-GB" sz="2200" i="1" dirty="0"/>
                  <a:t> </a:t>
                </a:r>
                <a:r>
                  <a:rPr lang="en-GB" sz="2200" dirty="0"/>
                  <a:t>in the direction of the </a:t>
                </a:r>
                <a:r>
                  <a:rPr lang="en-GB" sz="2200" i="1" dirty="0"/>
                  <a:t>y</a:t>
                </a:r>
                <a:r>
                  <a:rPr lang="en-GB" sz="2200" dirty="0"/>
                  <a:t>-axis can be written</a:t>
                </a:r>
                <a14:m>
                  <m:oMath xmlns:m="http://schemas.openxmlformats.org/officeDocument/2006/math"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200" i="1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736" y="2607338"/>
            <a:ext cx="3334528" cy="302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6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Vectors: Key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Draw the vectors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Use your diagram and the triangle law of addition to add these two vectors together. First draw the vectors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Then, by translating the vectors so that they lie head to tail, find the vector sum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2086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859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Vectors: Key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We conclude that any vector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can be expressed in the form: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200" i="1" dirty="0" err="1">
                          <a:latin typeface="Cambria Math" panose="02040503050406030204" pitchFamily="18" charset="0"/>
                        </a:rPr>
                        <m:t>𝑎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2200" i="1" dirty="0" err="1">
                          <a:latin typeface="Cambria Math" panose="02040503050406030204" pitchFamily="18" charset="0"/>
                        </a:rPr>
                        <m:t>𝑏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200" dirty="0"/>
                  <a:t>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column vector notation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870" y="2855509"/>
            <a:ext cx="4094260" cy="275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53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Draw an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and show the vectors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r>
                  <a:rPr lang="en-GB" sz="2200" dirty="0"/>
                  <a:t>Express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using column vector notation.</a:t>
                </a:r>
              </a:p>
              <a:p>
                <a:r>
                  <a:rPr lang="en-GB" sz="2200" dirty="0"/>
                  <a:t>By translating one of the vectors apply the triangle law to show the sum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Express the resultant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in terms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and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183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Now consider the special case when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the vector from the origin to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This vector is known as the </a:t>
                </a:r>
                <a:r>
                  <a:rPr lang="en-GB" sz="2200" b="1" dirty="0">
                    <a:solidFill>
                      <a:srgbClr val="FF0000"/>
                    </a:solidFill>
                  </a:rPr>
                  <a:t>position vector</a:t>
                </a:r>
                <a:r>
                  <a:rPr lang="en-GB" sz="2200" b="1" dirty="0"/>
                  <a:t>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Position vector 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2225" r="-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933" y="2329070"/>
            <a:ext cx="3852133" cy="273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36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Position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State the position vectors of the points with coordinates </a:t>
            </a:r>
          </a:p>
          <a:p>
            <a:pPr lvl="1"/>
            <a:r>
              <a:rPr lang="en-GB" sz="1800" i="1" dirty="0"/>
              <a:t>P</a:t>
            </a:r>
            <a:r>
              <a:rPr lang="en-GB" sz="1800" dirty="0"/>
              <a:t>(2</a:t>
            </a:r>
            <a:r>
              <a:rPr lang="en-GB" sz="1800" i="1" dirty="0"/>
              <a:t>, </a:t>
            </a:r>
            <a:r>
              <a:rPr lang="en-GB" sz="1800" dirty="0"/>
              <a:t>4)</a:t>
            </a:r>
          </a:p>
          <a:p>
            <a:pPr lvl="1"/>
            <a:r>
              <a:rPr lang="en-GB" sz="1800" i="1" dirty="0"/>
              <a:t>Q</a:t>
            </a:r>
            <a:r>
              <a:rPr lang="en-GB" sz="1800" dirty="0"/>
              <a:t>(</a:t>
            </a:r>
            <a:r>
              <a:rPr lang="en-GB" sz="1800" i="1" dirty="0"/>
              <a:t>−</a:t>
            </a:r>
            <a:r>
              <a:rPr lang="en-GB" sz="1800" dirty="0"/>
              <a:t>1</a:t>
            </a:r>
            <a:r>
              <a:rPr lang="en-GB" sz="1800" i="1" dirty="0"/>
              <a:t>, </a:t>
            </a:r>
            <a:r>
              <a:rPr lang="en-GB" sz="1800" dirty="0"/>
              <a:t>5)</a:t>
            </a:r>
          </a:p>
          <a:p>
            <a:pPr lvl="1"/>
            <a:r>
              <a:rPr lang="pt-BR" sz="1800" i="1" dirty="0"/>
              <a:t>R</a:t>
            </a:r>
            <a:r>
              <a:rPr lang="pt-BR" sz="1800" dirty="0"/>
              <a:t>(</a:t>
            </a:r>
            <a:r>
              <a:rPr lang="pt-BR" sz="1800" i="1" dirty="0"/>
              <a:t>−</a:t>
            </a:r>
            <a:r>
              <a:rPr lang="pt-BR" sz="1800" dirty="0"/>
              <a:t>1</a:t>
            </a:r>
            <a:r>
              <a:rPr lang="pt-BR" sz="1800" i="1" dirty="0"/>
              <a:t>,−</a:t>
            </a:r>
            <a:r>
              <a:rPr lang="pt-BR" sz="1800" dirty="0"/>
              <a:t>7)</a:t>
            </a:r>
          </a:p>
          <a:p>
            <a:pPr lvl="1"/>
            <a:r>
              <a:rPr lang="pt-BR" sz="1800" i="1" dirty="0"/>
              <a:t>S</a:t>
            </a:r>
            <a:r>
              <a:rPr lang="pt-BR" sz="1800" dirty="0"/>
              <a:t>(8</a:t>
            </a:r>
            <a:r>
              <a:rPr lang="pt-BR" sz="1800" i="1" dirty="0"/>
              <a:t>,−</a:t>
            </a:r>
            <a:r>
              <a:rPr lang="pt-BR" sz="1800" dirty="0"/>
              <a:t>4)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69270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Position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State the position vectors of the points with coordinates </a:t>
                </a:r>
              </a:p>
              <a:p>
                <a:pPr lvl="1"/>
                <a:r>
                  <a:rPr lang="en-GB" sz="1800" i="1" dirty="0"/>
                  <a:t>P</a:t>
                </a:r>
                <a:r>
                  <a:rPr lang="en-GB" sz="1800" dirty="0"/>
                  <a:t>(2</a:t>
                </a:r>
                <a:r>
                  <a:rPr lang="en-GB" sz="1800" i="1" dirty="0"/>
                  <a:t>, </a:t>
                </a:r>
                <a:r>
                  <a:rPr lang="en-GB" sz="1800" dirty="0"/>
                  <a:t>4) </a:t>
                </a:r>
                <a14:m>
                  <m:oMath xmlns:m="http://schemas.openxmlformats.org/officeDocument/2006/math">
                    <m:r>
                      <a:rPr lang="en-GB" sz="1800" b="0" i="0" dirty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  <a:p>
                <a:pPr lvl="1"/>
                <a:r>
                  <a:rPr lang="en-GB" sz="1800" i="1" dirty="0"/>
                  <a:t>Q</a:t>
                </a:r>
                <a:r>
                  <a:rPr lang="en-GB" sz="1800" dirty="0"/>
                  <a:t>(</a:t>
                </a:r>
                <a:r>
                  <a:rPr lang="en-GB" sz="1800" i="1" dirty="0"/>
                  <a:t>−</a:t>
                </a:r>
                <a:r>
                  <a:rPr lang="en-GB" sz="1800" dirty="0"/>
                  <a:t>1</a:t>
                </a:r>
                <a:r>
                  <a:rPr lang="en-GB" sz="1800" i="1" dirty="0"/>
                  <a:t>, </a:t>
                </a:r>
                <a:r>
                  <a:rPr lang="en-GB" sz="1800" dirty="0"/>
                  <a:t>5)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  <a:p>
                <a:pPr lvl="1"/>
                <a:r>
                  <a:rPr lang="pt-BR" sz="1800" i="1" dirty="0"/>
                  <a:t>R</a:t>
                </a:r>
                <a:r>
                  <a:rPr lang="pt-BR" sz="1800" dirty="0"/>
                  <a:t>(</a:t>
                </a:r>
                <a:r>
                  <a:rPr lang="pt-BR" sz="1800" i="1" dirty="0"/>
                  <a:t>−</a:t>
                </a:r>
                <a:r>
                  <a:rPr lang="pt-BR" sz="1800" dirty="0"/>
                  <a:t>1</a:t>
                </a:r>
                <a:r>
                  <a:rPr lang="pt-BR" sz="1800" i="1" dirty="0"/>
                  <a:t>,−</a:t>
                </a:r>
                <a:r>
                  <a:rPr lang="pt-BR" sz="1800" dirty="0"/>
                  <a:t>7</a:t>
                </a:r>
                <a:r>
                  <a:rPr lang="en-GB" sz="1800" dirty="0"/>
                  <a:t>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i="1" dirty="0"/>
                  <a:t>S</a:t>
                </a:r>
                <a:r>
                  <a:rPr lang="pt-BR" sz="1800" dirty="0"/>
                  <a:t>(8</a:t>
                </a:r>
                <a:r>
                  <a:rPr lang="pt-BR" sz="1800" i="1" dirty="0"/>
                  <a:t>,−</a:t>
                </a:r>
                <a:r>
                  <a:rPr lang="pt-BR" sz="1800" dirty="0"/>
                  <a:t>4</a:t>
                </a:r>
                <a:r>
                  <a:rPr lang="en-GB" sz="1800" dirty="0"/>
                  <a:t>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211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Modulus of 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</a:t>
                </a:r>
                <a:r>
                  <a:rPr lang="en-GB" sz="2200" b="1" dirty="0"/>
                  <a:t>modulus </a:t>
                </a:r>
                <a:r>
                  <a:rPr lang="en-GB" sz="2200" dirty="0"/>
                  <a:t>of any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equal to its length. </a:t>
                </a:r>
              </a:p>
              <a:p>
                <a:r>
                  <a:rPr lang="en-GB" sz="2200" dirty="0"/>
                  <a:t>As we have noted earlier the modulus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denoted by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When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the modulus can be obtained using Pythagoras’ theorem. 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position vector of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then the modulus is clearly the distance 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from the origin.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919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902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Modulus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200" dirty="0"/>
                  <a:t>Find the </a:t>
                </a:r>
                <a:r>
                  <a:rPr lang="pt-BR" sz="2200" dirty="0">
                    <a:solidFill>
                      <a:srgbClr val="FF0000"/>
                    </a:solidFill>
                  </a:rPr>
                  <a:t>modulus</a:t>
                </a:r>
                <a:r>
                  <a:rPr lang="pt-BR" sz="2200" dirty="0"/>
                  <a:t> of the </a:t>
                </a:r>
                <a:r>
                  <a:rPr lang="pt-BR" sz="2200" dirty="0">
                    <a:solidFill>
                      <a:srgbClr val="0000FF"/>
                    </a:solidFill>
                  </a:rPr>
                  <a:t>position vectors 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i="1" dirty="0"/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i="1" dirty="0"/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352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Coordinate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Vectors can be used to describe points, lines, and planes in three dimensions. These mathematical foundations underpin much of the technology associated with computer graphics.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196" y="2269143"/>
            <a:ext cx="5591608" cy="336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1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Coordinate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Just as in two-dimensions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 are perpendicular, in three dimensions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 are all perpendicular to each other. </a:t>
                </a:r>
              </a:p>
              <a:p>
                <a:r>
                  <a:rPr lang="en-GB" sz="2200" dirty="0"/>
                  <a:t>We say they are </a:t>
                </a:r>
                <a:r>
                  <a:rPr lang="en-GB" sz="2200" b="1" dirty="0"/>
                  <a:t>mutually perpendicular.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200" dirty="0"/>
                  <a:t>then its </a:t>
                </a:r>
                <a:r>
                  <a:rPr lang="en-GB" sz="2200" dirty="0">
                    <a:solidFill>
                      <a:srgbClr val="0000FF"/>
                    </a:solidFill>
                  </a:rPr>
                  <a:t>position vector</a:t>
                </a:r>
                <a:r>
                  <a:rPr lang="en-GB" sz="2200" dirty="0"/>
                  <a:t> is:</a:t>
                </a:r>
              </a:p>
              <a:p>
                <a:endParaRPr lang="en-GB" sz="2200" b="1" dirty="0"/>
              </a:p>
              <a:p>
                <a:endParaRPr lang="en-GB" sz="2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𝑂𝑃</m:t>
                          </m:r>
                        </m:e>
                      </m:acc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r>
                  <a:rPr lang="en-GB" sz="2200" dirty="0">
                    <a:solidFill>
                      <a:srgbClr val="FF0000"/>
                    </a:solidFill>
                  </a:rPr>
                  <a:t>and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 r="-1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042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Explain the distinction between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position vector</a:t>
                </a:r>
                <a:r>
                  <a:rPr lang="en-GB" sz="2200" dirty="0"/>
                  <a:t>, and a more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general</a:t>
                </a:r>
                <a:r>
                  <a:rPr lang="en-GB" sz="2200" dirty="0"/>
                  <a:t>, or</a:t>
                </a:r>
                <a:r>
                  <a:rPr lang="en-GB" sz="2200" dirty="0">
                    <a:solidFill>
                      <a:srgbClr val="0000FF"/>
                    </a:solidFill>
                  </a:rPr>
                  <a:t> free </a:t>
                </a:r>
                <a:r>
                  <a:rPr lang="en-GB" sz="2200" dirty="0" err="1">
                    <a:solidFill>
                      <a:srgbClr val="0000FF"/>
                    </a:solidFill>
                  </a:rPr>
                  <a:t>vector</a:t>
                </a:r>
                <a:r>
                  <a:rPr lang="en-GB" sz="2200" dirty="0" err="1"/>
                  <a:t>.What</a:t>
                </a:r>
                <a:r>
                  <a:rPr lang="en-GB" sz="2200" dirty="0"/>
                  <a:t> is meant by the symbols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bar>
                      <m:bar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?</a:t>
                </a:r>
              </a:p>
              <a:p>
                <a:r>
                  <a:rPr lang="en-GB" sz="2200" dirty="0"/>
                  <a:t>State the position vectors of the points with coordinates 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(4, 7)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(−3, 5)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c)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(0, 3)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d)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(−1, 0)</m:t>
                    </m:r>
                  </m:oMath>
                </a14:m>
                <a:endParaRPr lang="en-GB" sz="1800" dirty="0"/>
              </a:p>
              <a:p>
                <a:r>
                  <a:rPr lang="en-GB" sz="2200" dirty="0"/>
                  <a:t>State the coordinates of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if its position vector is 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endParaRPr lang="en-GB" sz="18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it-IT" sz="1800" dirty="0"/>
                  <a:t>c)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13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it-IT" sz="1800" dirty="0"/>
              </a:p>
              <a:p>
                <a:pPr lvl="1"/>
                <a:r>
                  <a:rPr lang="it-IT" sz="1800" dirty="0"/>
                  <a:t>d)</a:t>
                </a:r>
                <a:r>
                  <a:rPr lang="it-IT" sz="1800" i="1" dirty="0"/>
                  <a:t>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endParaRPr lang="it-IT" sz="1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627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the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modulus</a:t>
                </a:r>
                <a:r>
                  <a:rPr lang="en-GB" sz="2200" dirty="0"/>
                  <a:t> of each of the following vectors.</a:t>
                </a:r>
              </a:p>
              <a:p>
                <a:pPr lvl="1"/>
                <a:r>
                  <a:rPr lang="pt-BR" sz="1800" dirty="0"/>
                  <a:t>a)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b)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17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c)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d)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e)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:r>
                  <a:rPr lang="pt-BR" sz="1800" dirty="0"/>
                  <a:t>f)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i="1" dirty="0"/>
              </a:p>
              <a:p>
                <a:r>
                  <a:rPr lang="en-GB" sz="2200" dirty="0"/>
                  <a:t>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(7,8)</m:t>
                    </m:r>
                  </m:oMath>
                </a14:m>
                <a:r>
                  <a:rPr lang="en-GB" sz="2200" dirty="0"/>
                  <a:t>.Point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(−2, 4)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 lvl="1"/>
                <a:r>
                  <a:rPr lang="en-GB" sz="1800" dirty="0"/>
                  <a:t>a) Draw a sketch showing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sz="1800" i="1" dirty="0"/>
              </a:p>
              <a:p>
                <a:pPr lvl="1"/>
                <a:r>
                  <a:rPr lang="en-GB" sz="1800" dirty="0"/>
                  <a:t>b) State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lvl="1"/>
                <a:r>
                  <a:rPr lang="en-GB" sz="1800" dirty="0"/>
                  <a:t>c)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endParaRPr lang="en-GB" sz="1800" i="1" dirty="0"/>
              </a:p>
              <a:p>
                <a:pPr lvl="1"/>
                <a:r>
                  <a:rPr lang="en-GB" sz="1800" dirty="0"/>
                  <a:t>d) Find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221" b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459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Points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have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(−1, 1, 4)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(8, 0, 2)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(5,−2, 11)</m:t>
                    </m:r>
                  </m:oMath>
                </a14:m>
                <a:r>
                  <a:rPr lang="en-GB" sz="2200" dirty="0"/>
                  <a:t> respectively.</a:t>
                </a:r>
              </a:p>
              <a:p>
                <a:endParaRPr lang="en-GB" sz="2200" dirty="0"/>
              </a:p>
              <a:p>
                <a:pPr lvl="1"/>
                <a:r>
                  <a:rPr lang="en-GB" sz="1800" dirty="0"/>
                  <a:t>a) Find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800" dirty="0"/>
                  <a:t>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lvl="1"/>
                <a:r>
                  <a:rPr lang="en-GB" sz="1800" dirty="0"/>
                  <a:t>b)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1800" dirty="0"/>
                  <a:t>and</a:t>
                </a:r>
                <a:r>
                  <a:rPr lang="en-GB" sz="18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GB" sz="1800" dirty="0"/>
                  <a:t>.</a:t>
                </a:r>
              </a:p>
              <a:p>
                <a:pPr lvl="1"/>
                <a:r>
                  <a:rPr lang="en-GB" sz="1800" dirty="0"/>
                  <a:t>c) Find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841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State the position vector of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(4,−4, 3)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Find the modulus of each of the following vectors.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</a:t>
                </a:r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</a:t>
                </a:r>
              </a:p>
              <a:p>
                <a:pPr lvl="1"/>
                <a:r>
                  <a:rPr lang="en-GB" sz="1800" dirty="0"/>
                  <a:t>c)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</a:t>
                </a:r>
              </a:p>
              <a:p>
                <a:pPr lvl="1"/>
                <a:r>
                  <a:rPr lang="en-GB" sz="1800" dirty="0"/>
                  <a:t>d) </a:t>
                </a:r>
                <a14:m>
                  <m:oMath xmlns:m="http://schemas.openxmlformats.org/officeDocument/2006/math">
                    <m:r>
                      <a:rPr lang="en-GB" sz="1800" b="0" i="0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</a:t>
                </a:r>
              </a:p>
              <a:p>
                <a:pPr lvl="1"/>
                <a:r>
                  <a:rPr lang="en-GB" sz="1800" dirty="0"/>
                  <a:t>e)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</a:t>
                </a:r>
              </a:p>
              <a:p>
                <a:r>
                  <a:rPr lang="en-GB" sz="2200" dirty="0"/>
                  <a:t>Points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have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(9,1,0)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(8,−3,5)</m:t>
                    </m:r>
                  </m:oMath>
                </a14:m>
                <a:r>
                  <a:rPr lang="en-GB" sz="2200" dirty="0"/>
                  <a:t>,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(5,5,7)</m:t>
                    </m:r>
                  </m:oMath>
                </a14:m>
                <a:r>
                  <a:rPr lang="en-GB" sz="2200" dirty="0"/>
                  <a:t> respectively.</a:t>
                </a:r>
              </a:p>
              <a:p>
                <a:pPr lvl="1"/>
                <a:r>
                  <a:rPr lang="en-GB" sz="1800" dirty="0"/>
                  <a:t>a) Find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dirty="0"/>
                  <a:t>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lvl="1"/>
                <a:r>
                  <a:rPr lang="en-GB" sz="1800" dirty="0"/>
                  <a:t>b)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/>
                  <a:t>and</a:t>
                </a:r>
                <a:r>
                  <a:rPr lang="en-GB" sz="18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endParaRPr lang="en-GB" sz="1800" i="1" dirty="0"/>
              </a:p>
              <a:p>
                <a:pPr lvl="1"/>
                <a:r>
                  <a:rPr lang="en-GB" sz="1800" dirty="0"/>
                  <a:t>c) Find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𝑃𝑄</m:t>
                            </m:r>
                          </m:e>
                        </m:acc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800" dirty="0"/>
                  <a:t>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r>
                  <a:rPr lang="en-GB" sz="1800" dirty="0"/>
                  <a:t>|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𝑃𝑄𝑅</m:t>
                        </m:r>
                      </m:e>
                    </m:acc>
                  </m:oMath>
                </a14:m>
                <a:r>
                  <a:rPr lang="en-GB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045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Questions?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Vectors</a:t>
            </a:r>
          </a:p>
        </p:txBody>
      </p:sp>
    </p:spTree>
    <p:extLst>
      <p:ext uri="{BB962C8B-B14F-4D97-AF65-F5344CB8AC3E}">
        <p14:creationId xmlns:p14="http://schemas.microsoft.com/office/powerpoint/2010/main" val="27399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</TotalTime>
  <Words>2592</Words>
  <Application>Microsoft Office PowerPoint</Application>
  <PresentationFormat>On-screen Show (4:3)</PresentationFormat>
  <Paragraphs>272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DIN Condensed</vt:lpstr>
      <vt:lpstr>Office Theme</vt:lpstr>
      <vt:lpstr>PowerPoint Presentation</vt:lpstr>
      <vt:lpstr>Overview</vt:lpstr>
      <vt:lpstr>What is a Vector?</vt:lpstr>
      <vt:lpstr>Scalar vs. Vector</vt:lpstr>
      <vt:lpstr>Common Quantities</vt:lpstr>
      <vt:lpstr>Common Quantities</vt:lpstr>
      <vt:lpstr>Visualising Vectors</vt:lpstr>
      <vt:lpstr>Vector Notation</vt:lpstr>
      <vt:lpstr>Vector Notation</vt:lpstr>
      <vt:lpstr>Vector Notation</vt:lpstr>
      <vt:lpstr>Exercise: Vector Notation</vt:lpstr>
      <vt:lpstr>Vector Addition</vt:lpstr>
      <vt:lpstr>Vector Addition</vt:lpstr>
      <vt:lpstr>Triangle Law</vt:lpstr>
      <vt:lpstr>Exercise: Triangle Law</vt:lpstr>
      <vt:lpstr>Vector Laws</vt:lpstr>
      <vt:lpstr>Vector Subtraction</vt:lpstr>
      <vt:lpstr>Exercise: Vector Manipulation</vt:lpstr>
      <vt:lpstr>Vector Scalar Multiplication</vt:lpstr>
      <vt:lpstr>Vector Scalar Multiplication</vt:lpstr>
      <vt:lpstr>Exercise</vt:lpstr>
      <vt:lpstr>Unit Vectors</vt:lpstr>
      <vt:lpstr>Cartesian Components</vt:lpstr>
      <vt:lpstr>Coordinates</vt:lpstr>
      <vt:lpstr>Unit Vector Conventions</vt:lpstr>
      <vt:lpstr>Unit Vector Conventions</vt:lpstr>
      <vt:lpstr>Unit Vectors: Key Points</vt:lpstr>
      <vt:lpstr>Unit Vectors: Key Points</vt:lpstr>
      <vt:lpstr>Exercises</vt:lpstr>
      <vt:lpstr>Position Vector</vt:lpstr>
      <vt:lpstr>Exercise: Position Vector</vt:lpstr>
      <vt:lpstr>Exercise: Position Vector</vt:lpstr>
      <vt:lpstr>Modulus of a Vector</vt:lpstr>
      <vt:lpstr>Exercise: Modulus</vt:lpstr>
      <vt:lpstr>3D Coordinate Frames</vt:lpstr>
      <vt:lpstr>3D Coordinate Frames</vt:lpstr>
      <vt:lpstr>Exercises</vt:lpstr>
      <vt:lpstr>Exercises</vt:lpstr>
      <vt:lpstr>Exercises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Warder</dc:creator>
  <cp:lastModifiedBy>Carlo Harvey</cp:lastModifiedBy>
  <cp:revision>93</cp:revision>
  <dcterms:created xsi:type="dcterms:W3CDTF">2014-08-06T14:23:10Z</dcterms:created>
  <dcterms:modified xsi:type="dcterms:W3CDTF">2020-09-20T12:53:50Z</dcterms:modified>
</cp:coreProperties>
</file>