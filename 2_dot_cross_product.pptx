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8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9" r:id="rId17"/>
    <p:sldId id="370" r:id="rId18"/>
    <p:sldId id="371" r:id="rId19"/>
    <p:sldId id="372" r:id="rId20"/>
    <p:sldId id="374" r:id="rId21"/>
    <p:sldId id="375" r:id="rId22"/>
    <p:sldId id="376" r:id="rId23"/>
    <p:sldId id="377" r:id="rId24"/>
    <p:sldId id="378" r:id="rId25"/>
    <p:sldId id="379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322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42A9D-984C-4293-BFBA-20FE3486242A}" v="7" dt="2020-09-26T15:56:58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2" autoAdjust="0"/>
    <p:restoredTop sz="74558" autoAdjust="0"/>
  </p:normalViewPr>
  <p:slideViewPr>
    <p:cSldViewPr snapToGrid="0">
      <p:cViewPr varScale="1">
        <p:scale>
          <a:sx n="120" d="100"/>
          <a:sy n="120" d="100"/>
        </p:scale>
        <p:origin x="28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 Harvey" userId="7fc0bd1f-30c9-4658-ad48-1164658ac012" providerId="ADAL" clId="{8D342A9D-984C-4293-BFBA-20FE3486242A}"/>
    <pc:docChg chg="custSel addSld delSld modSld">
      <pc:chgData name="Carlo Harvey" userId="7fc0bd1f-30c9-4658-ad48-1164658ac012" providerId="ADAL" clId="{8D342A9D-984C-4293-BFBA-20FE3486242A}" dt="2020-09-26T16:04:36.107" v="119" actId="1076"/>
      <pc:docMkLst>
        <pc:docMk/>
      </pc:docMkLst>
      <pc:sldChg chg="modSp">
        <pc:chgData name="Carlo Harvey" userId="7fc0bd1f-30c9-4658-ad48-1164658ac012" providerId="ADAL" clId="{8D342A9D-984C-4293-BFBA-20FE3486242A}" dt="2020-09-26T15:53:31.608" v="24" actId="20577"/>
        <pc:sldMkLst>
          <pc:docMk/>
          <pc:sldMk cId="2048106018" sldId="258"/>
        </pc:sldMkLst>
        <pc:spChg chg="mod">
          <ac:chgData name="Carlo Harvey" userId="7fc0bd1f-30c9-4658-ad48-1164658ac012" providerId="ADAL" clId="{8D342A9D-984C-4293-BFBA-20FE3486242A}" dt="2020-09-26T15:53:31.608" v="24" actId="20577"/>
          <ac:spMkLst>
            <pc:docMk/>
            <pc:sldMk cId="2048106018" sldId="258"/>
            <ac:spMk id="3" creationId="{06C296EC-A841-49AB-AC7B-4A212B399FB7}"/>
          </ac:spMkLst>
        </pc:spChg>
      </pc:sldChg>
      <pc:sldChg chg="modSp">
        <pc:chgData name="Carlo Harvey" userId="7fc0bd1f-30c9-4658-ad48-1164658ac012" providerId="ADAL" clId="{8D342A9D-984C-4293-BFBA-20FE3486242A}" dt="2020-09-26T15:54:08.320" v="100" actId="20577"/>
        <pc:sldMkLst>
          <pc:docMk/>
          <pc:sldMk cId="273996110" sldId="322"/>
        </pc:sldMkLst>
        <pc:spChg chg="mod">
          <ac:chgData name="Carlo Harvey" userId="7fc0bd1f-30c9-4658-ad48-1164658ac012" providerId="ADAL" clId="{8D342A9D-984C-4293-BFBA-20FE3486242A}" dt="2020-09-26T15:54:08.320" v="100" actId="20577"/>
          <ac:spMkLst>
            <pc:docMk/>
            <pc:sldMk cId="273996110" sldId="322"/>
            <ac:spMk id="3" creationId="{06C296EC-A841-49AB-AC7B-4A212B399FB7}"/>
          </ac:spMkLst>
        </pc:spChg>
      </pc:sldChg>
      <pc:sldChg chg="del">
        <pc:chgData name="Carlo Harvey" userId="7fc0bd1f-30c9-4658-ad48-1164658ac012" providerId="ADAL" clId="{8D342A9D-984C-4293-BFBA-20FE3486242A}" dt="2020-09-26T15:53:51.384" v="26" actId="2696"/>
        <pc:sldMkLst>
          <pc:docMk/>
          <pc:sldMk cId="1643931340" sldId="354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776115393" sldId="354"/>
        </pc:sldMkLst>
      </pc:sldChg>
      <pc:sldChg chg="del">
        <pc:chgData name="Carlo Harvey" userId="7fc0bd1f-30c9-4658-ad48-1164658ac012" providerId="ADAL" clId="{8D342A9D-984C-4293-BFBA-20FE3486242A}" dt="2020-09-26T15:53:51.397" v="27" actId="2696"/>
        <pc:sldMkLst>
          <pc:docMk/>
          <pc:sldMk cId="932273625" sldId="35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817592431" sldId="35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423424849" sldId="356"/>
        </pc:sldMkLst>
      </pc:sldChg>
      <pc:sldChg chg="del">
        <pc:chgData name="Carlo Harvey" userId="7fc0bd1f-30c9-4658-ad48-1164658ac012" providerId="ADAL" clId="{8D342A9D-984C-4293-BFBA-20FE3486242A}" dt="2020-09-26T15:53:51.413" v="28" actId="2696"/>
        <pc:sldMkLst>
          <pc:docMk/>
          <pc:sldMk cId="2747576159" sldId="356"/>
        </pc:sldMkLst>
      </pc:sldChg>
      <pc:sldChg chg="del">
        <pc:chgData name="Carlo Harvey" userId="7fc0bd1f-30c9-4658-ad48-1164658ac012" providerId="ADAL" clId="{8D342A9D-984C-4293-BFBA-20FE3486242A}" dt="2020-09-26T15:53:51.420" v="29" actId="2696"/>
        <pc:sldMkLst>
          <pc:docMk/>
          <pc:sldMk cId="407093786" sldId="357"/>
        </pc:sldMkLst>
      </pc:sldChg>
      <pc:sldChg chg="modSp add">
        <pc:chgData name="Carlo Harvey" userId="7fc0bd1f-30c9-4658-ad48-1164658ac012" providerId="ADAL" clId="{8D342A9D-984C-4293-BFBA-20FE3486242A}" dt="2020-09-26T15:56:44.435" v="104" actId="1076"/>
        <pc:sldMkLst>
          <pc:docMk/>
          <pc:sldMk cId="1650307248" sldId="357"/>
        </pc:sldMkLst>
        <pc:picChg chg="mod">
          <ac:chgData name="Carlo Harvey" userId="7fc0bd1f-30c9-4658-ad48-1164658ac012" providerId="ADAL" clId="{8D342A9D-984C-4293-BFBA-20FE3486242A}" dt="2020-09-26T15:56:44.435" v="104" actId="1076"/>
          <ac:picMkLst>
            <pc:docMk/>
            <pc:sldMk cId="1650307248" sldId="357"/>
            <ac:picMk id="1026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1.437" v="30" actId="2696"/>
        <pc:sldMkLst>
          <pc:docMk/>
          <pc:sldMk cId="1342379025" sldId="358"/>
        </pc:sldMkLst>
      </pc:sldChg>
      <pc:sldChg chg="modSp add">
        <pc:chgData name="Carlo Harvey" userId="7fc0bd1f-30c9-4658-ad48-1164658ac012" providerId="ADAL" clId="{8D342A9D-984C-4293-BFBA-20FE3486242A}" dt="2020-09-26T15:56:58.857" v="105" actId="1076"/>
        <pc:sldMkLst>
          <pc:docMk/>
          <pc:sldMk cId="4277678218" sldId="358"/>
        </pc:sldMkLst>
        <pc:picChg chg="mod">
          <ac:chgData name="Carlo Harvey" userId="7fc0bd1f-30c9-4658-ad48-1164658ac012" providerId="ADAL" clId="{8D342A9D-984C-4293-BFBA-20FE3486242A}" dt="2020-09-26T15:56:58.857" v="105" actId="1076"/>
          <ac:picMkLst>
            <pc:docMk/>
            <pc:sldMk cId="4277678218" sldId="358"/>
            <ac:picMk id="2050" creationId="{00000000-0000-0000-0000-000000000000}"/>
          </ac:picMkLst>
        </pc:picChg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296328320" sldId="359"/>
        </pc:sldMkLst>
      </pc:sldChg>
      <pc:sldChg chg="del">
        <pc:chgData name="Carlo Harvey" userId="7fc0bd1f-30c9-4658-ad48-1164658ac012" providerId="ADAL" clId="{8D342A9D-984C-4293-BFBA-20FE3486242A}" dt="2020-09-26T15:53:51.513" v="31" actId="2696"/>
        <pc:sldMkLst>
          <pc:docMk/>
          <pc:sldMk cId="3254383594" sldId="359"/>
        </pc:sldMkLst>
      </pc:sldChg>
      <pc:sldChg chg="del">
        <pc:chgData name="Carlo Harvey" userId="7fc0bd1f-30c9-4658-ad48-1164658ac012" providerId="ADAL" clId="{8D342A9D-984C-4293-BFBA-20FE3486242A}" dt="2020-09-26T15:53:51.581" v="32" actId="2696"/>
        <pc:sldMkLst>
          <pc:docMk/>
          <pc:sldMk cId="2108104392" sldId="360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2912432611" sldId="360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290715754" sldId="361"/>
        </pc:sldMkLst>
      </pc:sldChg>
      <pc:sldChg chg="del">
        <pc:chgData name="Carlo Harvey" userId="7fc0bd1f-30c9-4658-ad48-1164658ac012" providerId="ADAL" clId="{8D342A9D-984C-4293-BFBA-20FE3486242A}" dt="2020-09-26T15:53:51.640" v="33" actId="2696"/>
        <pc:sldMkLst>
          <pc:docMk/>
          <pc:sldMk cId="3039310340" sldId="361"/>
        </pc:sldMkLst>
      </pc:sldChg>
      <pc:sldChg chg="del">
        <pc:chgData name="Carlo Harvey" userId="7fc0bd1f-30c9-4658-ad48-1164658ac012" providerId="ADAL" clId="{8D342A9D-984C-4293-BFBA-20FE3486242A}" dt="2020-09-26T15:53:51.708" v="34" actId="2696"/>
        <pc:sldMkLst>
          <pc:docMk/>
          <pc:sldMk cId="1504711193" sldId="362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624076029" sldId="362"/>
        </pc:sldMkLst>
      </pc:sldChg>
      <pc:sldChg chg="del">
        <pc:chgData name="Carlo Harvey" userId="7fc0bd1f-30c9-4658-ad48-1164658ac012" providerId="ADAL" clId="{8D342A9D-984C-4293-BFBA-20FE3486242A}" dt="2020-09-26T15:53:51.799" v="35" actId="2696"/>
        <pc:sldMkLst>
          <pc:docMk/>
          <pc:sldMk cId="488940799" sldId="363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305673127" sldId="363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621735962" sldId="364"/>
        </pc:sldMkLst>
      </pc:sldChg>
      <pc:sldChg chg="del">
        <pc:chgData name="Carlo Harvey" userId="7fc0bd1f-30c9-4658-ad48-1164658ac012" providerId="ADAL" clId="{8D342A9D-984C-4293-BFBA-20FE3486242A}" dt="2020-09-26T15:53:51.815" v="37" actId="2696"/>
        <pc:sldMkLst>
          <pc:docMk/>
          <pc:sldMk cId="4057440450" sldId="364"/>
        </pc:sldMkLst>
      </pc:sldChg>
      <pc:sldChg chg="del">
        <pc:chgData name="Carlo Harvey" userId="7fc0bd1f-30c9-4658-ad48-1164658ac012" providerId="ADAL" clId="{8D342A9D-984C-4293-BFBA-20FE3486242A}" dt="2020-09-26T15:53:51.804" v="36" actId="2696"/>
        <pc:sldMkLst>
          <pc:docMk/>
          <pc:sldMk cId="853681958" sldId="36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926670827" sldId="36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143757040" sldId="366"/>
        </pc:sldMkLst>
      </pc:sldChg>
      <pc:sldChg chg="del">
        <pc:chgData name="Carlo Harvey" userId="7fc0bd1f-30c9-4658-ad48-1164658ac012" providerId="ADAL" clId="{8D342A9D-984C-4293-BFBA-20FE3486242A}" dt="2020-09-26T15:53:51.867" v="38" actId="2696"/>
        <pc:sldMkLst>
          <pc:docMk/>
          <pc:sldMk cId="4100316178" sldId="366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181795421" sldId="367"/>
        </pc:sldMkLst>
      </pc:sldChg>
      <pc:sldChg chg="del">
        <pc:chgData name="Carlo Harvey" userId="7fc0bd1f-30c9-4658-ad48-1164658ac012" providerId="ADAL" clId="{8D342A9D-984C-4293-BFBA-20FE3486242A}" dt="2020-09-26T15:53:51.932" v="39" actId="2696"/>
        <pc:sldMkLst>
          <pc:docMk/>
          <pc:sldMk cId="3585153917" sldId="367"/>
        </pc:sldMkLst>
      </pc:sldChg>
      <pc:sldChg chg="del">
        <pc:chgData name="Carlo Harvey" userId="7fc0bd1f-30c9-4658-ad48-1164658ac012" providerId="ADAL" clId="{8D342A9D-984C-4293-BFBA-20FE3486242A}" dt="2020-09-26T15:53:51.989" v="40" actId="2696"/>
        <pc:sldMkLst>
          <pc:docMk/>
          <pc:sldMk cId="3016061036" sldId="368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889519447" sldId="369"/>
        </pc:sldMkLst>
      </pc:sldChg>
      <pc:sldChg chg="del">
        <pc:chgData name="Carlo Harvey" userId="7fc0bd1f-30c9-4658-ad48-1164658ac012" providerId="ADAL" clId="{8D342A9D-984C-4293-BFBA-20FE3486242A}" dt="2020-09-26T15:53:52.064" v="41" actId="2696"/>
        <pc:sldMkLst>
          <pc:docMk/>
          <pc:sldMk cId="4024311890" sldId="369"/>
        </pc:sldMkLst>
      </pc:sldChg>
      <pc:sldChg chg="del">
        <pc:chgData name="Carlo Harvey" userId="7fc0bd1f-30c9-4658-ad48-1164658ac012" providerId="ADAL" clId="{8D342A9D-984C-4293-BFBA-20FE3486242A}" dt="2020-09-26T15:53:52.159" v="42" actId="2696"/>
        <pc:sldMkLst>
          <pc:docMk/>
          <pc:sldMk cId="1889106106" sldId="370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2669520945" sldId="370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790288142" sldId="371"/>
        </pc:sldMkLst>
      </pc:sldChg>
      <pc:sldChg chg="del">
        <pc:chgData name="Carlo Harvey" userId="7fc0bd1f-30c9-4658-ad48-1164658ac012" providerId="ADAL" clId="{8D342A9D-984C-4293-BFBA-20FE3486242A}" dt="2020-09-26T15:53:52.219" v="43" actId="2696"/>
        <pc:sldMkLst>
          <pc:docMk/>
          <pc:sldMk cId="4184033377" sldId="371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8074633" sldId="372"/>
        </pc:sldMkLst>
      </pc:sldChg>
      <pc:sldChg chg="del">
        <pc:chgData name="Carlo Harvey" userId="7fc0bd1f-30c9-4658-ad48-1164658ac012" providerId="ADAL" clId="{8D342A9D-984C-4293-BFBA-20FE3486242A}" dt="2020-09-26T15:53:52.266" v="44" actId="2696"/>
        <pc:sldMkLst>
          <pc:docMk/>
          <pc:sldMk cId="3820542426" sldId="372"/>
        </pc:sldMkLst>
      </pc:sldChg>
      <pc:sldChg chg="del">
        <pc:chgData name="Carlo Harvey" userId="7fc0bd1f-30c9-4658-ad48-1164658ac012" providerId="ADAL" clId="{8D342A9D-984C-4293-BFBA-20FE3486242A}" dt="2020-09-26T15:53:52.328" v="45" actId="2696"/>
        <pc:sldMkLst>
          <pc:docMk/>
          <pc:sldMk cId="622228397" sldId="373"/>
        </pc:sldMkLst>
      </pc:sldChg>
      <pc:sldChg chg="del">
        <pc:chgData name="Carlo Harvey" userId="7fc0bd1f-30c9-4658-ad48-1164658ac012" providerId="ADAL" clId="{8D342A9D-984C-4293-BFBA-20FE3486242A}" dt="2020-09-26T15:53:52.385" v="46" actId="2696"/>
        <pc:sldMkLst>
          <pc:docMk/>
          <pc:sldMk cId="1735532033" sldId="374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727274628" sldId="374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653961790" sldId="375"/>
        </pc:sldMkLst>
      </pc:sldChg>
      <pc:sldChg chg="del">
        <pc:chgData name="Carlo Harvey" userId="7fc0bd1f-30c9-4658-ad48-1164658ac012" providerId="ADAL" clId="{8D342A9D-984C-4293-BFBA-20FE3486242A}" dt="2020-09-26T15:53:52.423" v="47" actId="2696"/>
        <pc:sldMkLst>
          <pc:docMk/>
          <pc:sldMk cId="2567073640" sldId="37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937298679" sldId="376"/>
        </pc:sldMkLst>
      </pc:sldChg>
      <pc:sldChg chg="del">
        <pc:chgData name="Carlo Harvey" userId="7fc0bd1f-30c9-4658-ad48-1164658ac012" providerId="ADAL" clId="{8D342A9D-984C-4293-BFBA-20FE3486242A}" dt="2020-09-26T15:53:52.487" v="48" actId="2696"/>
        <pc:sldMkLst>
          <pc:docMk/>
          <pc:sldMk cId="3311822560" sldId="376"/>
        </pc:sldMkLst>
      </pc:sldChg>
      <pc:sldChg chg="del">
        <pc:chgData name="Carlo Harvey" userId="7fc0bd1f-30c9-4658-ad48-1164658ac012" providerId="ADAL" clId="{8D342A9D-984C-4293-BFBA-20FE3486242A}" dt="2020-09-26T15:53:52.561" v="49" actId="2696"/>
        <pc:sldMkLst>
          <pc:docMk/>
          <pc:sldMk cId="147336025" sldId="377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664748994" sldId="377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124179822" sldId="378"/>
        </pc:sldMkLst>
      </pc:sldChg>
      <pc:sldChg chg="del">
        <pc:chgData name="Carlo Harvey" userId="7fc0bd1f-30c9-4658-ad48-1164658ac012" providerId="ADAL" clId="{8D342A9D-984C-4293-BFBA-20FE3486242A}" dt="2020-09-26T15:53:52.640" v="50" actId="2696"/>
        <pc:sldMkLst>
          <pc:docMk/>
          <pc:sldMk cId="3591859929" sldId="378"/>
        </pc:sldMkLst>
      </pc:sldChg>
      <pc:sldChg chg="del">
        <pc:chgData name="Carlo Harvey" userId="7fc0bd1f-30c9-4658-ad48-1164658ac012" providerId="ADAL" clId="{8D342A9D-984C-4293-BFBA-20FE3486242A}" dt="2020-09-26T15:53:52.715" v="51" actId="2696"/>
        <pc:sldMkLst>
          <pc:docMk/>
          <pc:sldMk cId="1054553200" sldId="379"/>
        </pc:sldMkLst>
      </pc:sldChg>
      <pc:sldChg chg="modSp add">
        <pc:chgData name="Carlo Harvey" userId="7fc0bd1f-30c9-4658-ad48-1164658ac012" providerId="ADAL" clId="{8D342A9D-984C-4293-BFBA-20FE3486242A}" dt="2020-09-26T15:59:35.329" v="108" actId="27636"/>
        <pc:sldMkLst>
          <pc:docMk/>
          <pc:sldMk cId="1794273918" sldId="379"/>
        </pc:sldMkLst>
        <pc:spChg chg="mod">
          <ac:chgData name="Carlo Harvey" userId="7fc0bd1f-30c9-4658-ad48-1164658ac012" providerId="ADAL" clId="{8D342A9D-984C-4293-BFBA-20FE3486242A}" dt="2020-09-26T15:59:35.329" v="108" actId="27636"/>
          <ac:spMkLst>
            <pc:docMk/>
            <pc:sldMk cId="1794273918" sldId="379"/>
            <ac:spMk id="3" creationId="{00000000-0000-0000-0000-000000000000}"/>
          </ac:spMkLst>
        </pc:spChg>
        <pc:spChg chg="mod">
          <ac:chgData name="Carlo Harvey" userId="7fc0bd1f-30c9-4658-ad48-1164658ac012" providerId="ADAL" clId="{8D342A9D-984C-4293-BFBA-20FE3486242A}" dt="2020-09-26T15:59:30.661" v="106" actId="1076"/>
          <ac:spMkLst>
            <pc:docMk/>
            <pc:sldMk cId="1794273918" sldId="379"/>
            <ac:spMk id="5" creationId="{00000000-0000-0000-0000-000000000000}"/>
          </ac:spMkLst>
        </pc:spChg>
      </pc:sldChg>
      <pc:sldChg chg="del">
        <pc:chgData name="Carlo Harvey" userId="7fc0bd1f-30c9-4658-ad48-1164658ac012" providerId="ADAL" clId="{8D342A9D-984C-4293-BFBA-20FE3486242A}" dt="2020-09-26T15:53:52.802" v="52" actId="2696"/>
        <pc:sldMkLst>
          <pc:docMk/>
          <pc:sldMk cId="2249183513" sldId="380"/>
        </pc:sldMkLst>
      </pc:sldChg>
      <pc:sldChg chg="modSp add">
        <pc:chgData name="Carlo Harvey" userId="7fc0bd1f-30c9-4658-ad48-1164658ac012" providerId="ADAL" clId="{8D342A9D-984C-4293-BFBA-20FE3486242A}" dt="2020-09-26T15:59:39.902" v="109" actId="1076"/>
        <pc:sldMkLst>
          <pc:docMk/>
          <pc:sldMk cId="1388315344" sldId="381"/>
        </pc:sldMkLst>
        <pc:picChg chg="mod">
          <ac:chgData name="Carlo Harvey" userId="7fc0bd1f-30c9-4658-ad48-1164658ac012" providerId="ADAL" clId="{8D342A9D-984C-4293-BFBA-20FE3486242A}" dt="2020-09-26T15:59:39.902" v="109" actId="1076"/>
          <ac:picMkLst>
            <pc:docMk/>
            <pc:sldMk cId="1388315344" sldId="381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2.865" v="53" actId="2696"/>
        <pc:sldMkLst>
          <pc:docMk/>
          <pc:sldMk cId="3515736104" sldId="381"/>
        </pc:sldMkLst>
      </pc:sldChg>
      <pc:sldChg chg="del">
        <pc:chgData name="Carlo Harvey" userId="7fc0bd1f-30c9-4658-ad48-1164658ac012" providerId="ADAL" clId="{8D342A9D-984C-4293-BFBA-20FE3486242A}" dt="2020-09-26T15:53:52.897" v="54" actId="2696"/>
        <pc:sldMkLst>
          <pc:docMk/>
          <pc:sldMk cId="3469270822" sldId="382"/>
        </pc:sldMkLst>
      </pc:sldChg>
      <pc:sldChg chg="modSp add">
        <pc:chgData name="Carlo Harvey" userId="7fc0bd1f-30c9-4658-ad48-1164658ac012" providerId="ADAL" clId="{8D342A9D-984C-4293-BFBA-20FE3486242A}" dt="2020-09-26T16:00:03.207" v="112" actId="1076"/>
        <pc:sldMkLst>
          <pc:docMk/>
          <pc:sldMk cId="3516975408" sldId="382"/>
        </pc:sldMkLst>
        <pc:spChg chg="mod">
          <ac:chgData name="Carlo Harvey" userId="7fc0bd1f-30c9-4658-ad48-1164658ac012" providerId="ADAL" clId="{8D342A9D-984C-4293-BFBA-20FE3486242A}" dt="2020-09-26T15:53:55.517" v="65" actId="27636"/>
          <ac:spMkLst>
            <pc:docMk/>
            <pc:sldMk cId="3516975408" sldId="382"/>
            <ac:spMk id="3" creationId="{00000000-0000-0000-0000-000000000000}"/>
          </ac:spMkLst>
        </pc:spChg>
        <pc:picChg chg="mod">
          <ac:chgData name="Carlo Harvey" userId="7fc0bd1f-30c9-4658-ad48-1164658ac012" providerId="ADAL" clId="{8D342A9D-984C-4293-BFBA-20FE3486242A}" dt="2020-09-26T16:00:03.207" v="112" actId="1076"/>
          <ac:picMkLst>
            <pc:docMk/>
            <pc:sldMk cId="3516975408" sldId="382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2.975" v="55" actId="2696"/>
        <pc:sldMkLst>
          <pc:docMk/>
          <pc:sldMk cId="1911211684" sldId="383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4054347686" sldId="383"/>
        </pc:sldMkLst>
      </pc:sldChg>
      <pc:sldChg chg="del">
        <pc:chgData name="Carlo Harvey" userId="7fc0bd1f-30c9-4658-ad48-1164658ac012" providerId="ADAL" clId="{8D342A9D-984C-4293-BFBA-20FE3486242A}" dt="2020-09-26T15:53:53.048" v="56" actId="2696"/>
        <pc:sldMkLst>
          <pc:docMk/>
          <pc:sldMk cId="3339902942" sldId="384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4095804685" sldId="384"/>
        </pc:sldMkLst>
      </pc:sldChg>
      <pc:sldChg chg="del">
        <pc:chgData name="Carlo Harvey" userId="7fc0bd1f-30c9-4658-ad48-1164658ac012" providerId="ADAL" clId="{8D342A9D-984C-4293-BFBA-20FE3486242A}" dt="2020-09-26T15:53:53.086" v="57" actId="2696"/>
        <pc:sldMkLst>
          <pc:docMk/>
          <pc:sldMk cId="3080352582" sldId="385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247896674" sldId="385"/>
        </pc:sldMkLst>
      </pc:sldChg>
      <pc:sldChg chg="modSp add">
        <pc:chgData name="Carlo Harvey" userId="7fc0bd1f-30c9-4658-ad48-1164658ac012" providerId="ADAL" clId="{8D342A9D-984C-4293-BFBA-20FE3486242A}" dt="2020-09-26T16:00:34.247" v="115" actId="1076"/>
        <pc:sldMkLst>
          <pc:docMk/>
          <pc:sldMk cId="2400314539" sldId="386"/>
        </pc:sldMkLst>
        <pc:picChg chg="mod">
          <ac:chgData name="Carlo Harvey" userId="7fc0bd1f-30c9-4658-ad48-1164658ac012" providerId="ADAL" clId="{8D342A9D-984C-4293-BFBA-20FE3486242A}" dt="2020-09-26T16:00:34.247" v="115" actId="1076"/>
          <ac:picMkLst>
            <pc:docMk/>
            <pc:sldMk cId="2400314539" sldId="386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3.147" v="58" actId="2696"/>
        <pc:sldMkLst>
          <pc:docMk/>
          <pc:sldMk cId="2917616117" sldId="386"/>
        </pc:sldMkLst>
      </pc:sldChg>
      <pc:sldChg chg="modSp add">
        <pc:chgData name="Carlo Harvey" userId="7fc0bd1f-30c9-4658-ad48-1164658ac012" providerId="ADAL" clId="{8D342A9D-984C-4293-BFBA-20FE3486242A}" dt="2020-09-26T16:00:40.713" v="116" actId="1076"/>
        <pc:sldMkLst>
          <pc:docMk/>
          <pc:sldMk cId="432535724" sldId="387"/>
        </pc:sldMkLst>
        <pc:picChg chg="mod">
          <ac:chgData name="Carlo Harvey" userId="7fc0bd1f-30c9-4658-ad48-1164658ac012" providerId="ADAL" clId="{8D342A9D-984C-4293-BFBA-20FE3486242A}" dt="2020-09-26T16:00:40.713" v="116" actId="1076"/>
          <ac:picMkLst>
            <pc:docMk/>
            <pc:sldMk cId="432535724" sldId="387"/>
            <ac:picMk id="5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3.245" v="59" actId="2696"/>
        <pc:sldMkLst>
          <pc:docMk/>
          <pc:sldMk cId="2478042949" sldId="387"/>
        </pc:sldMkLst>
      </pc:sldChg>
      <pc:sldChg chg="del">
        <pc:chgData name="Carlo Harvey" userId="7fc0bd1f-30c9-4658-ad48-1164658ac012" providerId="ADAL" clId="{8D342A9D-984C-4293-BFBA-20FE3486242A}" dt="2020-09-26T15:53:51.378" v="25" actId="2696"/>
        <pc:sldMkLst>
          <pc:docMk/>
          <pc:sldMk cId="659936188" sldId="388"/>
        </pc:sldMkLst>
      </pc:sldChg>
      <pc:sldChg chg="modSp add">
        <pc:chgData name="Carlo Harvey" userId="7fc0bd1f-30c9-4658-ad48-1164658ac012" providerId="ADAL" clId="{8D342A9D-984C-4293-BFBA-20FE3486242A}" dt="2020-09-26T16:00:47.853" v="117" actId="1076"/>
        <pc:sldMkLst>
          <pc:docMk/>
          <pc:sldMk cId="951539481" sldId="388"/>
        </pc:sldMkLst>
        <pc:picChg chg="mod">
          <ac:chgData name="Carlo Harvey" userId="7fc0bd1f-30c9-4658-ad48-1164658ac012" providerId="ADAL" clId="{8D342A9D-984C-4293-BFBA-20FE3486242A}" dt="2020-09-26T16:00:47.853" v="117" actId="1076"/>
          <ac:picMkLst>
            <pc:docMk/>
            <pc:sldMk cId="951539481" sldId="388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3.356" v="60" actId="2696"/>
        <pc:sldMkLst>
          <pc:docMk/>
          <pc:sldMk cId="583627964" sldId="389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1909475678" sldId="389"/>
        </pc:sldMkLst>
      </pc:sldChg>
      <pc:sldChg chg="modSp add">
        <pc:chgData name="Carlo Harvey" userId="7fc0bd1f-30c9-4658-ad48-1164658ac012" providerId="ADAL" clId="{8D342A9D-984C-4293-BFBA-20FE3486242A}" dt="2020-09-26T16:01:43.243" v="118" actId="1076"/>
        <pc:sldMkLst>
          <pc:docMk/>
          <pc:sldMk cId="2401826769" sldId="390"/>
        </pc:sldMkLst>
        <pc:spChg chg="mod">
          <ac:chgData name="Carlo Harvey" userId="7fc0bd1f-30c9-4658-ad48-1164658ac012" providerId="ADAL" clId="{8D342A9D-984C-4293-BFBA-20FE3486242A}" dt="2020-09-26T15:53:55.627" v="66" actId="27636"/>
          <ac:spMkLst>
            <pc:docMk/>
            <pc:sldMk cId="2401826769" sldId="390"/>
            <ac:spMk id="2" creationId="{00000000-0000-0000-0000-000000000000}"/>
          </ac:spMkLst>
        </pc:spChg>
        <pc:picChg chg="mod">
          <ac:chgData name="Carlo Harvey" userId="7fc0bd1f-30c9-4658-ad48-1164658ac012" providerId="ADAL" clId="{8D342A9D-984C-4293-BFBA-20FE3486242A}" dt="2020-09-26T16:01:43.243" v="118" actId="1076"/>
          <ac:picMkLst>
            <pc:docMk/>
            <pc:sldMk cId="2401826769" sldId="390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8D342A9D-984C-4293-BFBA-20FE3486242A}" dt="2020-09-26T15:53:53.461" v="61" actId="2696"/>
        <pc:sldMkLst>
          <pc:docMk/>
          <pc:sldMk cId="4276459459" sldId="390"/>
        </pc:sldMkLst>
      </pc:sldChg>
      <pc:sldChg chg="del">
        <pc:chgData name="Carlo Harvey" userId="7fc0bd1f-30c9-4658-ad48-1164658ac012" providerId="ADAL" clId="{8D342A9D-984C-4293-BFBA-20FE3486242A}" dt="2020-09-26T15:53:53.569" v="62" actId="2696"/>
        <pc:sldMkLst>
          <pc:docMk/>
          <pc:sldMk cId="1184841758" sldId="391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2654072544" sldId="391"/>
        </pc:sldMkLst>
      </pc:sldChg>
      <pc:sldChg chg="modSp add">
        <pc:chgData name="Carlo Harvey" userId="7fc0bd1f-30c9-4658-ad48-1164658ac012" providerId="ADAL" clId="{8D342A9D-984C-4293-BFBA-20FE3486242A}" dt="2020-09-26T15:53:55.659" v="67" actId="27636"/>
        <pc:sldMkLst>
          <pc:docMk/>
          <pc:sldMk cId="300069733" sldId="392"/>
        </pc:sldMkLst>
        <pc:spChg chg="mod">
          <ac:chgData name="Carlo Harvey" userId="7fc0bd1f-30c9-4658-ad48-1164658ac012" providerId="ADAL" clId="{8D342A9D-984C-4293-BFBA-20FE3486242A}" dt="2020-09-26T15:53:55.659" v="67" actId="27636"/>
          <ac:spMkLst>
            <pc:docMk/>
            <pc:sldMk cId="300069733" sldId="392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8D342A9D-984C-4293-BFBA-20FE3486242A}" dt="2020-09-26T15:53:53.666" v="63" actId="2696"/>
        <pc:sldMkLst>
          <pc:docMk/>
          <pc:sldMk cId="2646045406" sldId="392"/>
        </pc:sldMkLst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935348064" sldId="393"/>
        </pc:sldMkLst>
      </pc:sldChg>
      <pc:sldChg chg="modSp add">
        <pc:chgData name="Carlo Harvey" userId="7fc0bd1f-30c9-4658-ad48-1164658ac012" providerId="ADAL" clId="{8D342A9D-984C-4293-BFBA-20FE3486242A}" dt="2020-09-26T16:04:36.107" v="119" actId="1076"/>
        <pc:sldMkLst>
          <pc:docMk/>
          <pc:sldMk cId="2380997826" sldId="394"/>
        </pc:sldMkLst>
        <pc:picChg chg="mod">
          <ac:chgData name="Carlo Harvey" userId="7fc0bd1f-30c9-4658-ad48-1164658ac012" providerId="ADAL" clId="{8D342A9D-984C-4293-BFBA-20FE3486242A}" dt="2020-09-26T16:04:36.107" v="119" actId="1076"/>
          <ac:picMkLst>
            <pc:docMk/>
            <pc:sldMk cId="2380997826" sldId="394"/>
            <ac:picMk id="4" creationId="{00000000-0000-0000-0000-000000000000}"/>
          </ac:picMkLst>
        </pc:picChg>
      </pc:sldChg>
      <pc:sldChg chg="modSp add">
        <pc:chgData name="Carlo Harvey" userId="7fc0bd1f-30c9-4658-ad48-1164658ac012" providerId="ADAL" clId="{8D342A9D-984C-4293-BFBA-20FE3486242A}" dt="2020-09-26T15:53:55.697" v="68" actId="27636"/>
        <pc:sldMkLst>
          <pc:docMk/>
          <pc:sldMk cId="3482262149" sldId="395"/>
        </pc:sldMkLst>
        <pc:spChg chg="mod">
          <ac:chgData name="Carlo Harvey" userId="7fc0bd1f-30c9-4658-ad48-1164658ac012" providerId="ADAL" clId="{8D342A9D-984C-4293-BFBA-20FE3486242A}" dt="2020-09-26T15:53:55.697" v="68" actId="27636"/>
          <ac:spMkLst>
            <pc:docMk/>
            <pc:sldMk cId="3482262149" sldId="395"/>
            <ac:spMk id="3" creationId="{00000000-0000-0000-0000-000000000000}"/>
          </ac:spMkLst>
        </pc:spChg>
      </pc:sldChg>
      <pc:sldChg chg="modSp add">
        <pc:chgData name="Carlo Harvey" userId="7fc0bd1f-30c9-4658-ad48-1164658ac012" providerId="ADAL" clId="{8D342A9D-984C-4293-BFBA-20FE3486242A}" dt="2020-09-26T15:53:55.883" v="69" actId="27636"/>
        <pc:sldMkLst>
          <pc:docMk/>
          <pc:sldMk cId="1860096477" sldId="396"/>
        </pc:sldMkLst>
        <pc:spChg chg="mod">
          <ac:chgData name="Carlo Harvey" userId="7fc0bd1f-30c9-4658-ad48-1164658ac012" providerId="ADAL" clId="{8D342A9D-984C-4293-BFBA-20FE3486242A}" dt="2020-09-26T15:53:55.883" v="69" actId="27636"/>
          <ac:spMkLst>
            <pc:docMk/>
            <pc:sldMk cId="1860096477" sldId="396"/>
            <ac:spMk id="3" creationId="{00000000-0000-0000-0000-000000000000}"/>
          </ac:spMkLst>
        </pc:spChg>
      </pc:sldChg>
      <pc:sldChg chg="add">
        <pc:chgData name="Carlo Harvey" userId="7fc0bd1f-30c9-4658-ad48-1164658ac012" providerId="ADAL" clId="{8D342A9D-984C-4293-BFBA-20FE3486242A}" dt="2020-09-26T15:53:55.288" v="64"/>
        <pc:sldMkLst>
          <pc:docMk/>
          <pc:sldMk cId="3029964076" sldId="397"/>
        </pc:sldMkLst>
      </pc:sldChg>
      <pc:sldChg chg="modSp add">
        <pc:chgData name="Carlo Harvey" userId="7fc0bd1f-30c9-4658-ad48-1164658ac012" providerId="ADAL" clId="{8D342A9D-984C-4293-BFBA-20FE3486242A}" dt="2020-09-26T15:53:56.039" v="70" actId="27636"/>
        <pc:sldMkLst>
          <pc:docMk/>
          <pc:sldMk cId="2177512864" sldId="398"/>
        </pc:sldMkLst>
        <pc:spChg chg="mod">
          <ac:chgData name="Carlo Harvey" userId="7fc0bd1f-30c9-4658-ad48-1164658ac012" providerId="ADAL" clId="{8D342A9D-984C-4293-BFBA-20FE3486242A}" dt="2020-09-26T15:53:56.039" v="70" actId="27636"/>
          <ac:spMkLst>
            <pc:docMk/>
            <pc:sldMk cId="2177512864" sldId="398"/>
            <ac:spMk id="3" creationId="{00000000-0000-0000-0000-000000000000}"/>
          </ac:spMkLst>
        </pc:spChg>
      </pc:sldChg>
      <pc:sldChg chg="modSp add">
        <pc:chgData name="Carlo Harvey" userId="7fc0bd1f-30c9-4658-ad48-1164658ac012" providerId="ADAL" clId="{8D342A9D-984C-4293-BFBA-20FE3486242A}" dt="2020-09-26T15:55:06.657" v="101" actId="20577"/>
        <pc:sldMkLst>
          <pc:docMk/>
          <pc:sldMk cId="1733152551" sldId="399"/>
        </pc:sldMkLst>
        <pc:spChg chg="mod">
          <ac:chgData name="Carlo Harvey" userId="7fc0bd1f-30c9-4658-ad48-1164658ac012" providerId="ADAL" clId="{8D342A9D-984C-4293-BFBA-20FE3486242A}" dt="2020-09-26T15:55:06.657" v="101" actId="20577"/>
          <ac:spMkLst>
            <pc:docMk/>
            <pc:sldMk cId="1733152551" sldId="399"/>
            <ac:spMk id="3" creationId="{00000000-0000-0000-0000-000000000000}"/>
          </ac:spMkLst>
        </pc:spChg>
      </pc:sldChg>
      <pc:sldChg chg="modSp add">
        <pc:chgData name="Carlo Harvey" userId="7fc0bd1f-30c9-4658-ad48-1164658ac012" providerId="ADAL" clId="{8D342A9D-984C-4293-BFBA-20FE3486242A}" dt="2020-09-26T15:53:56.108" v="71" actId="27636"/>
        <pc:sldMkLst>
          <pc:docMk/>
          <pc:sldMk cId="2928356735" sldId="400"/>
        </pc:sldMkLst>
        <pc:spChg chg="mod">
          <ac:chgData name="Carlo Harvey" userId="7fc0bd1f-30c9-4658-ad48-1164658ac012" providerId="ADAL" clId="{8D342A9D-984C-4293-BFBA-20FE3486242A}" dt="2020-09-26T15:53:56.108" v="71" actId="27636"/>
          <ac:spMkLst>
            <pc:docMk/>
            <pc:sldMk cId="2928356735" sldId="400"/>
            <ac:spMk id="3" creationId="{00000000-0000-0000-0000-000000000000}"/>
          </ac:spMkLst>
        </pc:spChg>
      </pc:sldChg>
    </pc:docChg>
  </pc:docChgLst>
  <pc:docChgLst>
    <pc:chgData name="Carlo Harvey" userId="7fc0bd1f-30c9-4658-ad48-1164658ac012" providerId="ADAL" clId="{0625C839-C32C-4659-96AF-B5D9805EA19B}"/>
    <pc:docChg chg="undo custSel addSld delSld modSld modMainMaster">
      <pc:chgData name="Carlo Harvey" userId="7fc0bd1f-30c9-4658-ad48-1164658ac012" providerId="ADAL" clId="{0625C839-C32C-4659-96AF-B5D9805EA19B}" dt="2020-09-20T12:32:55.549" v="259" actId="2711"/>
      <pc:docMkLst>
        <pc:docMk/>
      </pc:docMkLst>
      <pc:sldChg chg="modSp">
        <pc:chgData name="Carlo Harvey" userId="7fc0bd1f-30c9-4658-ad48-1164658ac012" providerId="ADAL" clId="{0625C839-C32C-4659-96AF-B5D9805EA19B}" dt="2020-09-20T12:32:45.083" v="258" actId="2711"/>
        <pc:sldMkLst>
          <pc:docMk/>
          <pc:sldMk cId="2048106018" sldId="258"/>
        </pc:sldMkLst>
        <pc:spChg chg="mod">
          <ac:chgData name="Carlo Harvey" userId="7fc0bd1f-30c9-4658-ad48-1164658ac012" providerId="ADAL" clId="{0625C839-C32C-4659-96AF-B5D9805EA19B}" dt="2020-09-20T12:32:45.083" v="258" actId="2711"/>
          <ac:spMkLst>
            <pc:docMk/>
            <pc:sldMk cId="2048106018" sldId="258"/>
            <ac:spMk id="2" creationId="{479230CF-78FE-4F64-A9CC-ACA657029335}"/>
          </ac:spMkLst>
        </pc:spChg>
        <pc:spChg chg="mod">
          <ac:chgData name="Carlo Harvey" userId="7fc0bd1f-30c9-4658-ad48-1164658ac012" providerId="ADAL" clId="{0625C839-C32C-4659-96AF-B5D9805EA19B}" dt="2020-09-20T12:32:45.083" v="258" actId="2711"/>
          <ac:spMkLst>
            <pc:docMk/>
            <pc:sldMk cId="2048106018" sldId="258"/>
            <ac:spMk id="3" creationId="{06C296EC-A841-49AB-AC7B-4A212B399FB7}"/>
          </ac:spMkLst>
        </pc:spChg>
      </pc:sldChg>
      <pc:sldChg chg="addSp delSp modSp del">
        <pc:chgData name="Carlo Harvey" userId="7fc0bd1f-30c9-4658-ad48-1164658ac012" providerId="ADAL" clId="{0625C839-C32C-4659-96AF-B5D9805EA19B}" dt="2020-09-20T12:15:30.917" v="103" actId="2696"/>
        <pc:sldMkLst>
          <pc:docMk/>
          <pc:sldMk cId="3063296838" sldId="260"/>
        </pc:sldMkLst>
        <pc:spChg chg="mod">
          <ac:chgData name="Carlo Harvey" userId="7fc0bd1f-30c9-4658-ad48-1164658ac012" providerId="ADAL" clId="{0625C839-C32C-4659-96AF-B5D9805EA19B}" dt="2020-09-20T12:11:40.510" v="81" actId="6549"/>
          <ac:spMkLst>
            <pc:docMk/>
            <pc:sldMk cId="3063296838" sldId="260"/>
            <ac:spMk id="2" creationId="{00000000-0000-0000-0000-000000000000}"/>
          </ac:spMkLst>
        </pc:spChg>
        <pc:spChg chg="mod">
          <ac:chgData name="Carlo Harvey" userId="7fc0bd1f-30c9-4658-ad48-1164658ac012" providerId="ADAL" clId="{0625C839-C32C-4659-96AF-B5D9805EA19B}" dt="2020-09-20T12:11:35.840" v="80" actId="6549"/>
          <ac:spMkLst>
            <pc:docMk/>
            <pc:sldMk cId="3063296838" sldId="260"/>
            <ac:spMk id="3" creationId="{00000000-0000-0000-0000-000000000000}"/>
          </ac:spMkLst>
        </pc:spChg>
        <pc:picChg chg="add del">
          <ac:chgData name="Carlo Harvey" userId="7fc0bd1f-30c9-4658-ad48-1164658ac012" providerId="ADAL" clId="{0625C839-C32C-4659-96AF-B5D9805EA19B}" dt="2020-09-20T12:12:21.342" v="96"/>
          <ac:picMkLst>
            <pc:docMk/>
            <pc:sldMk cId="3063296838" sldId="260"/>
            <ac:picMk id="4" creationId="{82FEA795-3EDD-4BF5-975D-1D61D14F5E6D}"/>
          </ac:picMkLst>
        </pc:picChg>
      </pc:sldChg>
      <pc:sldChg chg="modSp">
        <pc:chgData name="Carlo Harvey" userId="7fc0bd1f-30c9-4658-ad48-1164658ac012" providerId="ADAL" clId="{0625C839-C32C-4659-96AF-B5D9805EA19B}" dt="2020-09-20T12:32:55.549" v="259" actId="2711"/>
        <pc:sldMkLst>
          <pc:docMk/>
          <pc:sldMk cId="273996110" sldId="322"/>
        </pc:sldMkLst>
        <pc:spChg chg="mod">
          <ac:chgData name="Carlo Harvey" userId="7fc0bd1f-30c9-4658-ad48-1164658ac012" providerId="ADAL" clId="{0625C839-C32C-4659-96AF-B5D9805EA19B}" dt="2020-09-20T12:32:55.549" v="259" actId="2711"/>
          <ac:spMkLst>
            <pc:docMk/>
            <pc:sldMk cId="273996110" sldId="322"/>
            <ac:spMk id="2" creationId="{479230CF-78FE-4F64-A9CC-ACA657029335}"/>
          </ac:spMkLst>
        </pc:spChg>
        <pc:spChg chg="mod">
          <ac:chgData name="Carlo Harvey" userId="7fc0bd1f-30c9-4658-ad48-1164658ac012" providerId="ADAL" clId="{0625C839-C32C-4659-96AF-B5D9805EA19B}" dt="2020-09-20T12:32:55.549" v="259" actId="2711"/>
          <ac:spMkLst>
            <pc:docMk/>
            <pc:sldMk cId="273996110" sldId="322"/>
            <ac:spMk id="3" creationId="{06C296EC-A841-49AB-AC7B-4A212B399FB7}"/>
          </ac:spMkLst>
        </pc:spChg>
      </pc:sldChg>
      <pc:sldChg chg="del">
        <pc:chgData name="Carlo Harvey" userId="7fc0bd1f-30c9-4658-ad48-1164658ac012" providerId="ADAL" clId="{0625C839-C32C-4659-96AF-B5D9805EA19B}" dt="2020-09-20T12:11:30.884" v="33" actId="2696"/>
        <pc:sldMkLst>
          <pc:docMk/>
          <pc:sldMk cId="439873413" sldId="323"/>
        </pc:sldMkLst>
      </pc:sldChg>
      <pc:sldChg chg="add del">
        <pc:chgData name="Carlo Harvey" userId="7fc0bd1f-30c9-4658-ad48-1164658ac012" providerId="ADAL" clId="{0625C839-C32C-4659-96AF-B5D9805EA19B}" dt="2020-09-20T12:16:42.155" v="104" actId="2696"/>
        <pc:sldMkLst>
          <pc:docMk/>
          <pc:sldMk cId="2558255705" sldId="323"/>
        </pc:sldMkLst>
      </pc:sldChg>
      <pc:sldChg chg="del">
        <pc:chgData name="Carlo Harvey" userId="7fc0bd1f-30c9-4658-ad48-1164658ac012" providerId="ADAL" clId="{0625C839-C32C-4659-96AF-B5D9805EA19B}" dt="2020-09-20T12:11:30.885" v="34" actId="2696"/>
        <pc:sldMkLst>
          <pc:docMk/>
          <pc:sldMk cId="2825199004" sldId="324"/>
        </pc:sldMkLst>
      </pc:sldChg>
      <pc:sldChg chg="del">
        <pc:chgData name="Carlo Harvey" userId="7fc0bd1f-30c9-4658-ad48-1164658ac012" providerId="ADAL" clId="{0625C839-C32C-4659-96AF-B5D9805EA19B}" dt="2020-09-20T12:11:30.886" v="35" actId="2696"/>
        <pc:sldMkLst>
          <pc:docMk/>
          <pc:sldMk cId="2555781978" sldId="325"/>
        </pc:sldMkLst>
      </pc:sldChg>
      <pc:sldChg chg="del">
        <pc:chgData name="Carlo Harvey" userId="7fc0bd1f-30c9-4658-ad48-1164658ac012" providerId="ADAL" clId="{0625C839-C32C-4659-96AF-B5D9805EA19B}" dt="2020-09-20T12:11:30.887" v="36" actId="2696"/>
        <pc:sldMkLst>
          <pc:docMk/>
          <pc:sldMk cId="1546400703" sldId="326"/>
        </pc:sldMkLst>
      </pc:sldChg>
      <pc:sldChg chg="del">
        <pc:chgData name="Carlo Harvey" userId="7fc0bd1f-30c9-4658-ad48-1164658ac012" providerId="ADAL" clId="{0625C839-C32C-4659-96AF-B5D9805EA19B}" dt="2020-09-20T12:11:30.888" v="37" actId="2696"/>
        <pc:sldMkLst>
          <pc:docMk/>
          <pc:sldMk cId="1225754272" sldId="327"/>
        </pc:sldMkLst>
      </pc:sldChg>
      <pc:sldChg chg="del">
        <pc:chgData name="Carlo Harvey" userId="7fc0bd1f-30c9-4658-ad48-1164658ac012" providerId="ADAL" clId="{0625C839-C32C-4659-96AF-B5D9805EA19B}" dt="2020-09-20T12:11:30.893" v="38" actId="2696"/>
        <pc:sldMkLst>
          <pc:docMk/>
          <pc:sldMk cId="225320824" sldId="328"/>
        </pc:sldMkLst>
      </pc:sldChg>
      <pc:sldChg chg="del">
        <pc:chgData name="Carlo Harvey" userId="7fc0bd1f-30c9-4658-ad48-1164658ac012" providerId="ADAL" clId="{0625C839-C32C-4659-96AF-B5D9805EA19B}" dt="2020-09-20T12:11:30.996" v="75" actId="2696"/>
        <pc:sldMkLst>
          <pc:docMk/>
          <pc:sldMk cId="2862215139" sldId="329"/>
        </pc:sldMkLst>
      </pc:sldChg>
      <pc:sldChg chg="del">
        <pc:chgData name="Carlo Harvey" userId="7fc0bd1f-30c9-4658-ad48-1164658ac012" providerId="ADAL" clId="{0625C839-C32C-4659-96AF-B5D9805EA19B}" dt="2020-09-20T12:11:30.897" v="42" actId="2696"/>
        <pc:sldMkLst>
          <pc:docMk/>
          <pc:sldMk cId="448429348" sldId="330"/>
        </pc:sldMkLst>
      </pc:sldChg>
      <pc:sldChg chg="del">
        <pc:chgData name="Carlo Harvey" userId="7fc0bd1f-30c9-4658-ad48-1164658ac012" providerId="ADAL" clId="{0625C839-C32C-4659-96AF-B5D9805EA19B}" dt="2020-09-20T12:11:30.900" v="45" actId="2696"/>
        <pc:sldMkLst>
          <pc:docMk/>
          <pc:sldMk cId="2199614650" sldId="331"/>
        </pc:sldMkLst>
      </pc:sldChg>
      <pc:sldChg chg="del">
        <pc:chgData name="Carlo Harvey" userId="7fc0bd1f-30c9-4658-ad48-1164658ac012" providerId="ADAL" clId="{0625C839-C32C-4659-96AF-B5D9805EA19B}" dt="2020-09-20T12:11:30.901" v="46" actId="2696"/>
        <pc:sldMkLst>
          <pc:docMk/>
          <pc:sldMk cId="1593494536" sldId="332"/>
        </pc:sldMkLst>
      </pc:sldChg>
      <pc:sldChg chg="del">
        <pc:chgData name="Carlo Harvey" userId="7fc0bd1f-30c9-4658-ad48-1164658ac012" providerId="ADAL" clId="{0625C839-C32C-4659-96AF-B5D9805EA19B}" dt="2020-09-20T12:11:30.898" v="43" actId="2696"/>
        <pc:sldMkLst>
          <pc:docMk/>
          <pc:sldMk cId="1430632524" sldId="333"/>
        </pc:sldMkLst>
      </pc:sldChg>
      <pc:sldChg chg="del">
        <pc:chgData name="Carlo Harvey" userId="7fc0bd1f-30c9-4658-ad48-1164658ac012" providerId="ADAL" clId="{0625C839-C32C-4659-96AF-B5D9805EA19B}" dt="2020-09-20T12:11:30.903" v="48" actId="2696"/>
        <pc:sldMkLst>
          <pc:docMk/>
          <pc:sldMk cId="879473233" sldId="334"/>
        </pc:sldMkLst>
      </pc:sldChg>
      <pc:sldChg chg="del">
        <pc:chgData name="Carlo Harvey" userId="7fc0bd1f-30c9-4658-ad48-1164658ac012" providerId="ADAL" clId="{0625C839-C32C-4659-96AF-B5D9805EA19B}" dt="2020-09-20T12:11:30.941" v="55" actId="2696"/>
        <pc:sldMkLst>
          <pc:docMk/>
          <pc:sldMk cId="775433658" sldId="335"/>
        </pc:sldMkLst>
      </pc:sldChg>
      <pc:sldChg chg="del">
        <pc:chgData name="Carlo Harvey" userId="7fc0bd1f-30c9-4658-ad48-1164658ac012" providerId="ADAL" clId="{0625C839-C32C-4659-96AF-B5D9805EA19B}" dt="2020-09-20T12:11:30.942" v="56" actId="2696"/>
        <pc:sldMkLst>
          <pc:docMk/>
          <pc:sldMk cId="528590185" sldId="336"/>
        </pc:sldMkLst>
      </pc:sldChg>
      <pc:sldChg chg="del">
        <pc:chgData name="Carlo Harvey" userId="7fc0bd1f-30c9-4658-ad48-1164658ac012" providerId="ADAL" clId="{0625C839-C32C-4659-96AF-B5D9805EA19B}" dt="2020-09-20T12:11:30.943" v="57" actId="2696"/>
        <pc:sldMkLst>
          <pc:docMk/>
          <pc:sldMk cId="2609688808" sldId="337"/>
        </pc:sldMkLst>
      </pc:sldChg>
      <pc:sldChg chg="del">
        <pc:chgData name="Carlo Harvey" userId="7fc0bd1f-30c9-4658-ad48-1164658ac012" providerId="ADAL" clId="{0625C839-C32C-4659-96AF-B5D9805EA19B}" dt="2020-09-20T12:11:30.944" v="58" actId="2696"/>
        <pc:sldMkLst>
          <pc:docMk/>
          <pc:sldMk cId="750086751" sldId="338"/>
        </pc:sldMkLst>
      </pc:sldChg>
      <pc:sldChg chg="del">
        <pc:chgData name="Carlo Harvey" userId="7fc0bd1f-30c9-4658-ad48-1164658ac012" providerId="ADAL" clId="{0625C839-C32C-4659-96AF-B5D9805EA19B}" dt="2020-09-20T12:11:30.945" v="59" actId="2696"/>
        <pc:sldMkLst>
          <pc:docMk/>
          <pc:sldMk cId="3508626406" sldId="339"/>
        </pc:sldMkLst>
      </pc:sldChg>
      <pc:sldChg chg="del">
        <pc:chgData name="Carlo Harvey" userId="7fc0bd1f-30c9-4658-ad48-1164658ac012" providerId="ADAL" clId="{0625C839-C32C-4659-96AF-B5D9805EA19B}" dt="2020-09-20T12:11:30.894" v="39" actId="2696"/>
        <pc:sldMkLst>
          <pc:docMk/>
          <pc:sldMk cId="633465939" sldId="340"/>
        </pc:sldMkLst>
      </pc:sldChg>
      <pc:sldChg chg="del">
        <pc:chgData name="Carlo Harvey" userId="7fc0bd1f-30c9-4658-ad48-1164658ac012" providerId="ADAL" clId="{0625C839-C32C-4659-96AF-B5D9805EA19B}" dt="2020-09-20T12:11:30.895" v="40" actId="2696"/>
        <pc:sldMkLst>
          <pc:docMk/>
          <pc:sldMk cId="4020633487" sldId="341"/>
        </pc:sldMkLst>
      </pc:sldChg>
      <pc:sldChg chg="del">
        <pc:chgData name="Carlo Harvey" userId="7fc0bd1f-30c9-4658-ad48-1164658ac012" providerId="ADAL" clId="{0625C839-C32C-4659-96AF-B5D9805EA19B}" dt="2020-09-20T12:11:30.950" v="61" actId="2696"/>
        <pc:sldMkLst>
          <pc:docMk/>
          <pc:sldMk cId="3769407342" sldId="342"/>
        </pc:sldMkLst>
      </pc:sldChg>
      <pc:sldChg chg="del">
        <pc:chgData name="Carlo Harvey" userId="7fc0bd1f-30c9-4658-ad48-1164658ac012" providerId="ADAL" clId="{0625C839-C32C-4659-96AF-B5D9805EA19B}" dt="2020-09-20T12:11:30.896" v="41" actId="2696"/>
        <pc:sldMkLst>
          <pc:docMk/>
          <pc:sldMk cId="940474258" sldId="343"/>
        </pc:sldMkLst>
      </pc:sldChg>
      <pc:sldChg chg="del">
        <pc:chgData name="Carlo Harvey" userId="7fc0bd1f-30c9-4658-ad48-1164658ac012" providerId="ADAL" clId="{0625C839-C32C-4659-96AF-B5D9805EA19B}" dt="2020-09-20T12:11:30.951" v="63" actId="2696"/>
        <pc:sldMkLst>
          <pc:docMk/>
          <pc:sldMk cId="3729414284" sldId="344"/>
        </pc:sldMkLst>
      </pc:sldChg>
      <pc:sldChg chg="del">
        <pc:chgData name="Carlo Harvey" userId="7fc0bd1f-30c9-4658-ad48-1164658ac012" providerId="ADAL" clId="{0625C839-C32C-4659-96AF-B5D9805EA19B}" dt="2020-09-20T12:11:30.952" v="64" actId="2696"/>
        <pc:sldMkLst>
          <pc:docMk/>
          <pc:sldMk cId="2816291277" sldId="345"/>
        </pc:sldMkLst>
      </pc:sldChg>
      <pc:sldChg chg="del">
        <pc:chgData name="Carlo Harvey" userId="7fc0bd1f-30c9-4658-ad48-1164658ac012" providerId="ADAL" clId="{0625C839-C32C-4659-96AF-B5D9805EA19B}" dt="2020-09-20T12:11:30.953" v="65" actId="2696"/>
        <pc:sldMkLst>
          <pc:docMk/>
          <pc:sldMk cId="2333869102" sldId="346"/>
        </pc:sldMkLst>
      </pc:sldChg>
      <pc:sldChg chg="del">
        <pc:chgData name="Carlo Harvey" userId="7fc0bd1f-30c9-4658-ad48-1164658ac012" providerId="ADAL" clId="{0625C839-C32C-4659-96AF-B5D9805EA19B}" dt="2020-09-20T12:11:30.946" v="60" actId="2696"/>
        <pc:sldMkLst>
          <pc:docMk/>
          <pc:sldMk cId="3286826467" sldId="347"/>
        </pc:sldMkLst>
      </pc:sldChg>
      <pc:sldChg chg="del">
        <pc:chgData name="Carlo Harvey" userId="7fc0bd1f-30c9-4658-ad48-1164658ac012" providerId="ADAL" clId="{0625C839-C32C-4659-96AF-B5D9805EA19B}" dt="2020-09-20T12:11:30.950" v="62" actId="2696"/>
        <pc:sldMkLst>
          <pc:docMk/>
          <pc:sldMk cId="3388218822" sldId="348"/>
        </pc:sldMkLst>
      </pc:sldChg>
      <pc:sldChg chg="del">
        <pc:chgData name="Carlo Harvey" userId="7fc0bd1f-30c9-4658-ad48-1164658ac012" providerId="ADAL" clId="{0625C839-C32C-4659-96AF-B5D9805EA19B}" dt="2020-09-20T12:11:30.904" v="49" actId="2696"/>
        <pc:sldMkLst>
          <pc:docMk/>
          <pc:sldMk cId="3525413718" sldId="349"/>
        </pc:sldMkLst>
      </pc:sldChg>
      <pc:sldChg chg="del">
        <pc:chgData name="Carlo Harvey" userId="7fc0bd1f-30c9-4658-ad48-1164658ac012" providerId="ADAL" clId="{0625C839-C32C-4659-96AF-B5D9805EA19B}" dt="2020-09-20T12:11:30.905" v="50" actId="2696"/>
        <pc:sldMkLst>
          <pc:docMk/>
          <pc:sldMk cId="127878595" sldId="350"/>
        </pc:sldMkLst>
      </pc:sldChg>
      <pc:sldChg chg="del">
        <pc:chgData name="Carlo Harvey" userId="7fc0bd1f-30c9-4658-ad48-1164658ac012" providerId="ADAL" clId="{0625C839-C32C-4659-96AF-B5D9805EA19B}" dt="2020-09-20T12:11:30.906" v="51" actId="2696"/>
        <pc:sldMkLst>
          <pc:docMk/>
          <pc:sldMk cId="3875946394" sldId="351"/>
        </pc:sldMkLst>
      </pc:sldChg>
      <pc:sldChg chg="del">
        <pc:chgData name="Carlo Harvey" userId="7fc0bd1f-30c9-4658-ad48-1164658ac012" providerId="ADAL" clId="{0625C839-C32C-4659-96AF-B5D9805EA19B}" dt="2020-09-20T12:11:30.907" v="52" actId="2696"/>
        <pc:sldMkLst>
          <pc:docMk/>
          <pc:sldMk cId="2269995731" sldId="352"/>
        </pc:sldMkLst>
      </pc:sldChg>
      <pc:sldChg chg="del">
        <pc:chgData name="Carlo Harvey" userId="7fc0bd1f-30c9-4658-ad48-1164658ac012" providerId="ADAL" clId="{0625C839-C32C-4659-96AF-B5D9805EA19B}" dt="2020-09-20T12:11:30.908" v="53" actId="2696"/>
        <pc:sldMkLst>
          <pc:docMk/>
          <pc:sldMk cId="1024444570" sldId="353"/>
        </pc:sldMkLst>
      </pc:sldChg>
      <pc:sldChg chg="modSp add del setBg">
        <pc:chgData name="Carlo Harvey" userId="7fc0bd1f-30c9-4658-ad48-1164658ac012" providerId="ADAL" clId="{0625C839-C32C-4659-96AF-B5D9805EA19B}" dt="2020-09-20T12:20:57.011" v="123" actId="27636"/>
        <pc:sldMkLst>
          <pc:docMk/>
          <pc:sldMk cId="1643931340" sldId="354"/>
        </pc:sldMkLst>
        <pc:spChg chg="mod">
          <ac:chgData name="Carlo Harvey" userId="7fc0bd1f-30c9-4658-ad48-1164658ac012" providerId="ADAL" clId="{0625C839-C32C-4659-96AF-B5D9805EA19B}" dt="2020-09-20T12:20:57.011" v="123" actId="27636"/>
          <ac:spMkLst>
            <pc:docMk/>
            <pc:sldMk cId="1643931340" sldId="354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0.854" v="28" actId="2696"/>
        <pc:sldMkLst>
          <pc:docMk/>
          <pc:sldMk cId="2086661794" sldId="354"/>
        </pc:sldMkLst>
      </pc:sldChg>
      <pc:sldChg chg="modSp add del setBg">
        <pc:chgData name="Carlo Harvey" userId="7fc0bd1f-30c9-4658-ad48-1164658ac012" providerId="ADAL" clId="{0625C839-C32C-4659-96AF-B5D9805EA19B}" dt="2020-09-20T12:21:55.063" v="138" actId="1036"/>
        <pc:sldMkLst>
          <pc:docMk/>
          <pc:sldMk cId="932273625" sldId="355"/>
        </pc:sldMkLst>
        <pc:picChg chg="mod">
          <ac:chgData name="Carlo Harvey" userId="7fc0bd1f-30c9-4658-ad48-1164658ac012" providerId="ADAL" clId="{0625C839-C32C-4659-96AF-B5D9805EA19B}" dt="2020-09-20T12:21:55.063" v="138" actId="1036"/>
          <ac:picMkLst>
            <pc:docMk/>
            <pc:sldMk cId="932273625" sldId="355"/>
            <ac:picMk id="1026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54" v="66" actId="2696"/>
        <pc:sldMkLst>
          <pc:docMk/>
          <pc:sldMk cId="4109154959" sldId="355"/>
        </pc:sldMkLst>
      </pc:sldChg>
      <pc:sldChg chg="del">
        <pc:chgData name="Carlo Harvey" userId="7fc0bd1f-30c9-4658-ad48-1164658ac012" providerId="ADAL" clId="{0625C839-C32C-4659-96AF-B5D9805EA19B}" dt="2020-09-20T12:11:30.956" v="68" actId="2696"/>
        <pc:sldMkLst>
          <pc:docMk/>
          <pc:sldMk cId="1288884154" sldId="356"/>
        </pc:sldMkLst>
      </pc:sldChg>
      <pc:sldChg chg="modSp add del setBg">
        <pc:chgData name="Carlo Harvey" userId="7fc0bd1f-30c9-4658-ad48-1164658ac012" providerId="ADAL" clId="{0625C839-C32C-4659-96AF-B5D9805EA19B}" dt="2020-09-20T12:22:13.462" v="141" actId="1076"/>
        <pc:sldMkLst>
          <pc:docMk/>
          <pc:sldMk cId="2747576159" sldId="356"/>
        </pc:sldMkLst>
        <pc:graphicFrameChg chg="mod">
          <ac:chgData name="Carlo Harvey" userId="7fc0bd1f-30c9-4658-ad48-1164658ac012" providerId="ADAL" clId="{0625C839-C32C-4659-96AF-B5D9805EA19B}" dt="2020-09-20T12:22:13.462" v="141" actId="1076"/>
          <ac:graphicFrameMkLst>
            <pc:docMk/>
            <pc:sldMk cId="2747576159" sldId="356"/>
            <ac:graphicFrameMk id="4" creationId="{00000000-0000-0000-0000-000000000000}"/>
          </ac:graphicFrameMkLst>
        </pc:graphicFrameChg>
      </pc:sldChg>
      <pc:sldChg chg="modSp add del setBg">
        <pc:chgData name="Carlo Harvey" userId="7fc0bd1f-30c9-4658-ad48-1164658ac012" providerId="ADAL" clId="{0625C839-C32C-4659-96AF-B5D9805EA19B}" dt="2020-09-20T12:22:09.575" v="140" actId="1076"/>
        <pc:sldMkLst>
          <pc:docMk/>
          <pc:sldMk cId="407093786" sldId="357"/>
        </pc:sldMkLst>
        <pc:graphicFrameChg chg="mod">
          <ac:chgData name="Carlo Harvey" userId="7fc0bd1f-30c9-4658-ad48-1164658ac012" providerId="ADAL" clId="{0625C839-C32C-4659-96AF-B5D9805EA19B}" dt="2020-09-20T12:22:09.575" v="140" actId="1076"/>
          <ac:graphicFrameMkLst>
            <pc:docMk/>
            <pc:sldMk cId="407093786" sldId="357"/>
            <ac:graphicFrameMk id="4" creationId="{00000000-0000-0000-0000-000000000000}"/>
          </ac:graphicFrameMkLst>
        </pc:graphicFrameChg>
      </pc:sldChg>
      <pc:sldChg chg="del">
        <pc:chgData name="Carlo Harvey" userId="7fc0bd1f-30c9-4658-ad48-1164658ac012" providerId="ADAL" clId="{0625C839-C32C-4659-96AF-B5D9805EA19B}" dt="2020-09-20T12:11:30.957" v="69" actId="2696"/>
        <pc:sldMkLst>
          <pc:docMk/>
          <pc:sldMk cId="1799017522" sldId="357"/>
        </pc:sldMkLst>
      </pc:sldChg>
      <pc:sldChg chg="modSp add del setBg">
        <pc:chgData name="Carlo Harvey" userId="7fc0bd1f-30c9-4658-ad48-1164658ac012" providerId="ADAL" clId="{0625C839-C32C-4659-96AF-B5D9805EA19B}" dt="2020-09-20T12:22:23.004" v="144" actId="1076"/>
        <pc:sldMkLst>
          <pc:docMk/>
          <pc:sldMk cId="1342379025" sldId="358"/>
        </pc:sldMkLst>
        <pc:picChg chg="mod">
          <ac:chgData name="Carlo Harvey" userId="7fc0bd1f-30c9-4658-ad48-1164658ac012" providerId="ADAL" clId="{0625C839-C32C-4659-96AF-B5D9805EA19B}" dt="2020-09-20T12:22:23.004" v="144" actId="1076"/>
          <ac:picMkLst>
            <pc:docMk/>
            <pc:sldMk cId="1342379025" sldId="358"/>
            <ac:picMk id="2050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83" v="70" actId="2696"/>
        <pc:sldMkLst>
          <pc:docMk/>
          <pc:sldMk cId="1407617819" sldId="358"/>
        </pc:sldMkLst>
      </pc:sldChg>
      <pc:sldChg chg="del">
        <pc:chgData name="Carlo Harvey" userId="7fc0bd1f-30c9-4658-ad48-1164658ac012" providerId="ADAL" clId="{0625C839-C32C-4659-96AF-B5D9805EA19B}" dt="2020-09-20T12:11:30.955" v="67" actId="2696"/>
        <pc:sldMkLst>
          <pc:docMk/>
          <pc:sldMk cId="2222183684" sldId="359"/>
        </pc:sldMkLst>
      </pc:sldChg>
      <pc:sldChg chg="modSp add del setBg">
        <pc:chgData name="Carlo Harvey" userId="7fc0bd1f-30c9-4658-ad48-1164658ac012" providerId="ADAL" clId="{0625C839-C32C-4659-96AF-B5D9805EA19B}" dt="2020-09-20T12:22:28.623" v="145" actId="1076"/>
        <pc:sldMkLst>
          <pc:docMk/>
          <pc:sldMk cId="3254383594" sldId="359"/>
        </pc:sldMkLst>
        <pc:picChg chg="mod">
          <ac:chgData name="Carlo Harvey" userId="7fc0bd1f-30c9-4658-ad48-1164658ac012" providerId="ADAL" clId="{0625C839-C32C-4659-96AF-B5D9805EA19B}" dt="2020-09-20T12:22:28.623" v="145" actId="1076"/>
          <ac:picMkLst>
            <pc:docMk/>
            <pc:sldMk cId="3254383594" sldId="359"/>
            <ac:picMk id="307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5" v="74" actId="2696"/>
        <pc:sldMkLst>
          <pc:docMk/>
          <pc:sldMk cId="1264447190" sldId="360"/>
        </pc:sldMkLst>
      </pc:sldChg>
      <pc:sldChg chg="modSp add del setBg">
        <pc:chgData name="Carlo Harvey" userId="7fc0bd1f-30c9-4658-ad48-1164658ac012" providerId="ADAL" clId="{0625C839-C32C-4659-96AF-B5D9805EA19B}" dt="2020-09-20T12:22:33.547" v="146" actId="1076"/>
        <pc:sldMkLst>
          <pc:docMk/>
          <pc:sldMk cId="2108104392" sldId="360"/>
        </pc:sldMkLst>
        <pc:picChg chg="mod">
          <ac:chgData name="Carlo Harvey" userId="7fc0bd1f-30c9-4658-ad48-1164658ac012" providerId="ADAL" clId="{0625C839-C32C-4659-96AF-B5D9805EA19B}" dt="2020-09-20T12:22:33.547" v="146" actId="1076"/>
          <ac:picMkLst>
            <pc:docMk/>
            <pc:sldMk cId="2108104392" sldId="360"/>
            <ac:picMk id="4100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857" v="30" actId="2696"/>
        <pc:sldMkLst>
          <pc:docMk/>
          <pc:sldMk cId="2860975396" sldId="361"/>
        </pc:sldMkLst>
      </pc:sldChg>
      <pc:sldChg chg="modSp add del setBg">
        <pc:chgData name="Carlo Harvey" userId="7fc0bd1f-30c9-4658-ad48-1164658ac012" providerId="ADAL" clId="{0625C839-C32C-4659-96AF-B5D9805EA19B}" dt="2020-09-20T12:22:39.872" v="147" actId="1076"/>
        <pc:sldMkLst>
          <pc:docMk/>
          <pc:sldMk cId="3039310340" sldId="361"/>
        </pc:sldMkLst>
        <pc:picChg chg="mod">
          <ac:chgData name="Carlo Harvey" userId="7fc0bd1f-30c9-4658-ad48-1164658ac012" providerId="ADAL" clId="{0625C839-C32C-4659-96AF-B5D9805EA19B}" dt="2020-09-20T12:22:39.872" v="147" actId="1076"/>
          <ac:picMkLst>
            <pc:docMk/>
            <pc:sldMk cId="3039310340" sldId="361"/>
            <ac:picMk id="5122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504711193" sldId="362"/>
        </pc:sldMkLst>
      </pc:sldChg>
      <pc:sldChg chg="del">
        <pc:chgData name="Carlo Harvey" userId="7fc0bd1f-30c9-4658-ad48-1164658ac012" providerId="ADAL" clId="{0625C839-C32C-4659-96AF-B5D9805EA19B}" dt="2020-09-20T12:11:30.872" v="31" actId="2696"/>
        <pc:sldMkLst>
          <pc:docMk/>
          <pc:sldMk cId="1780985380" sldId="362"/>
        </pc:sldMkLst>
      </pc:sldChg>
      <pc:sldChg chg="del">
        <pc:chgData name="Carlo Harvey" userId="7fc0bd1f-30c9-4658-ad48-1164658ac012" providerId="ADAL" clId="{0625C839-C32C-4659-96AF-B5D9805EA19B}" dt="2020-09-20T12:11:30.883" v="32" actId="2696"/>
        <pc:sldMkLst>
          <pc:docMk/>
          <pc:sldMk cId="375773704" sldId="363"/>
        </pc:sldMkLst>
      </pc:sldChg>
      <pc:sldChg chg="modSp add del setBg">
        <pc:chgData name="Carlo Harvey" userId="7fc0bd1f-30c9-4658-ad48-1164658ac012" providerId="ADAL" clId="{0625C839-C32C-4659-96AF-B5D9805EA19B}" dt="2020-09-20T12:20:57.050" v="124" actId="27636"/>
        <pc:sldMkLst>
          <pc:docMk/>
          <pc:sldMk cId="488940799" sldId="363"/>
        </pc:sldMkLst>
        <pc:spChg chg="mod">
          <ac:chgData name="Carlo Harvey" userId="7fc0bd1f-30c9-4658-ad48-1164658ac012" providerId="ADAL" clId="{0625C839-C32C-4659-96AF-B5D9805EA19B}" dt="2020-09-20T12:20:57.050" v="124" actId="27636"/>
          <ac:spMkLst>
            <pc:docMk/>
            <pc:sldMk cId="488940799" sldId="363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1.030" v="79" actId="2696"/>
        <pc:sldMkLst>
          <pc:docMk/>
          <pc:sldMk cId="929318858" sldId="364"/>
        </pc:sldMkLst>
      </pc:sldChg>
      <pc:sldChg chg="modSp add del setBg">
        <pc:chgData name="Carlo Harvey" userId="7fc0bd1f-30c9-4658-ad48-1164658ac012" providerId="ADAL" clId="{0625C839-C32C-4659-96AF-B5D9805EA19B}" dt="2020-09-20T12:23:04.760" v="155" actId="1076"/>
        <pc:sldMkLst>
          <pc:docMk/>
          <pc:sldMk cId="4057440450" sldId="364"/>
        </pc:sldMkLst>
        <pc:picChg chg="mod">
          <ac:chgData name="Carlo Harvey" userId="7fc0bd1f-30c9-4658-ad48-1164658ac012" providerId="ADAL" clId="{0625C839-C32C-4659-96AF-B5D9805EA19B}" dt="2020-09-20T12:23:04.760" v="155" actId="1076"/>
          <ac:picMkLst>
            <pc:docMk/>
            <pc:sldMk cId="4057440450" sldId="364"/>
            <ac:picMk id="7170" creationId="{00000000-0000-0000-0000-000000000000}"/>
          </ac:picMkLst>
        </pc:picChg>
        <pc:picChg chg="mod">
          <ac:chgData name="Carlo Harvey" userId="7fc0bd1f-30c9-4658-ad48-1164658ac012" providerId="ADAL" clId="{0625C839-C32C-4659-96AF-B5D9805EA19B}" dt="2020-09-20T12:23:04.760" v="155" actId="1076"/>
          <ac:picMkLst>
            <pc:docMk/>
            <pc:sldMk cId="4057440450" sldId="364"/>
            <ac:picMk id="7171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2:51.370" v="152" actId="1036"/>
        <pc:sldMkLst>
          <pc:docMk/>
          <pc:sldMk cId="853681958" sldId="365"/>
        </pc:sldMkLst>
        <pc:picChg chg="mod">
          <ac:chgData name="Carlo Harvey" userId="7fc0bd1f-30c9-4658-ad48-1164658ac012" providerId="ADAL" clId="{0625C839-C32C-4659-96AF-B5D9805EA19B}" dt="2020-09-20T12:22:51.370" v="152" actId="1036"/>
          <ac:picMkLst>
            <pc:docMk/>
            <pc:sldMk cId="853681958" sldId="365"/>
            <ac:picMk id="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7" v="76" actId="2696"/>
        <pc:sldMkLst>
          <pc:docMk/>
          <pc:sldMk cId="2532451839" sldId="365"/>
        </pc:sldMkLst>
      </pc:sldChg>
      <pc:sldChg chg="del">
        <pc:chgData name="Carlo Harvey" userId="7fc0bd1f-30c9-4658-ad48-1164658ac012" providerId="ADAL" clId="{0625C839-C32C-4659-96AF-B5D9805EA19B}" dt="2020-09-20T12:11:30.997" v="77" actId="2696"/>
        <pc:sldMkLst>
          <pc:docMk/>
          <pc:sldMk cId="844877808" sldId="366"/>
        </pc:sldMkLst>
      </pc:sldChg>
      <pc:sldChg chg="modSp add del setBg">
        <pc:chgData name="Carlo Harvey" userId="7fc0bd1f-30c9-4658-ad48-1164658ac012" providerId="ADAL" clId="{0625C839-C32C-4659-96AF-B5D9805EA19B}" dt="2020-09-20T12:23:11.524" v="157" actId="1076"/>
        <pc:sldMkLst>
          <pc:docMk/>
          <pc:sldMk cId="4100316178" sldId="366"/>
        </pc:sldMkLst>
        <pc:picChg chg="mod">
          <ac:chgData name="Carlo Harvey" userId="7fc0bd1f-30c9-4658-ad48-1164658ac012" providerId="ADAL" clId="{0625C839-C32C-4659-96AF-B5D9805EA19B}" dt="2020-09-20T12:23:11.524" v="157" actId="1076"/>
          <ac:picMkLst>
            <pc:docMk/>
            <pc:sldMk cId="4100316178" sldId="366"/>
            <ac:picMk id="8194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1.030" v="78" actId="2696"/>
        <pc:sldMkLst>
          <pc:docMk/>
          <pc:sldMk cId="2393749433" sldId="367"/>
        </pc:sldMkLst>
      </pc:sldChg>
      <pc:sldChg chg="modSp add del setBg">
        <pc:chgData name="Carlo Harvey" userId="7fc0bd1f-30c9-4658-ad48-1164658ac012" providerId="ADAL" clId="{0625C839-C32C-4659-96AF-B5D9805EA19B}" dt="2020-09-20T12:20:57.079" v="125" actId="27636"/>
        <pc:sldMkLst>
          <pc:docMk/>
          <pc:sldMk cId="3585153917" sldId="367"/>
        </pc:sldMkLst>
        <pc:spChg chg="mod">
          <ac:chgData name="Carlo Harvey" userId="7fc0bd1f-30c9-4658-ad48-1164658ac012" providerId="ADAL" clId="{0625C839-C32C-4659-96AF-B5D9805EA19B}" dt="2020-09-20T12:20:57.079" v="125" actId="27636"/>
          <ac:spMkLst>
            <pc:docMk/>
            <pc:sldMk cId="3585153917" sldId="367"/>
            <ac:spMk id="3" creationId="{00000000-0000-0000-0000-000000000000}"/>
          </ac:spMkLst>
        </pc:spChg>
      </pc:sldChg>
      <pc:sldChg chg="del">
        <pc:chgData name="Carlo Harvey" userId="7fc0bd1f-30c9-4658-ad48-1164658ac012" providerId="ADAL" clId="{0625C839-C32C-4659-96AF-B5D9805EA19B}" dt="2020-09-20T12:11:30.940" v="54" actId="2696"/>
        <pc:sldMkLst>
          <pc:docMk/>
          <pc:sldMk cId="1868407161" sldId="368"/>
        </pc:sldMkLst>
      </pc:sldChg>
      <pc:sldChg chg="modSp add del setBg">
        <pc:chgData name="Carlo Harvey" userId="7fc0bd1f-30c9-4658-ad48-1164658ac012" providerId="ADAL" clId="{0625C839-C32C-4659-96AF-B5D9805EA19B}" dt="2020-09-20T12:23:22.618" v="160" actId="1076"/>
        <pc:sldMkLst>
          <pc:docMk/>
          <pc:sldMk cId="3016061036" sldId="368"/>
        </pc:sldMkLst>
        <pc:picChg chg="mod">
          <ac:chgData name="Carlo Harvey" userId="7fc0bd1f-30c9-4658-ad48-1164658ac012" providerId="ADAL" clId="{0625C839-C32C-4659-96AF-B5D9805EA19B}" dt="2020-09-20T12:23:22.618" v="160" actId="1076"/>
          <ac:picMkLst>
            <pc:docMk/>
            <pc:sldMk cId="3016061036" sldId="368"/>
            <ac:picMk id="9218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5" v="73" actId="2696"/>
        <pc:sldMkLst>
          <pc:docMk/>
          <pc:sldMk cId="2603823828" sldId="369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4024311890" sldId="369"/>
        </pc:sldMkLst>
      </pc:sldChg>
      <pc:sldChg chg="del">
        <pc:chgData name="Carlo Harvey" userId="7fc0bd1f-30c9-4658-ad48-1164658ac012" providerId="ADAL" clId="{0625C839-C32C-4659-96AF-B5D9805EA19B}" dt="2020-09-20T12:11:30.984" v="71" actId="2696"/>
        <pc:sldMkLst>
          <pc:docMk/>
          <pc:sldMk cId="1381886280" sldId="370"/>
        </pc:sldMkLst>
      </pc:sldChg>
      <pc:sldChg chg="modSp add del setBg">
        <pc:chgData name="Carlo Harvey" userId="7fc0bd1f-30c9-4658-ad48-1164658ac012" providerId="ADAL" clId="{0625C839-C32C-4659-96AF-B5D9805EA19B}" dt="2020-09-20T12:23:35.257" v="163" actId="1076"/>
        <pc:sldMkLst>
          <pc:docMk/>
          <pc:sldMk cId="1889106106" sldId="370"/>
        </pc:sldMkLst>
        <pc:picChg chg="mod">
          <ac:chgData name="Carlo Harvey" userId="7fc0bd1f-30c9-4658-ad48-1164658ac012" providerId="ADAL" clId="{0625C839-C32C-4659-96AF-B5D9805EA19B}" dt="2020-09-20T12:23:35.257" v="163" actId="1076"/>
          <ac:picMkLst>
            <pc:docMk/>
            <pc:sldMk cId="1889106106" sldId="370"/>
            <ac:picMk id="10242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94" v="72" actId="2696"/>
        <pc:sldMkLst>
          <pc:docMk/>
          <pc:sldMk cId="180551054" sldId="371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4184033377" sldId="371"/>
        </pc:sldMkLst>
      </pc:sldChg>
      <pc:sldChg chg="del">
        <pc:chgData name="Carlo Harvey" userId="7fc0bd1f-30c9-4658-ad48-1164658ac012" providerId="ADAL" clId="{0625C839-C32C-4659-96AF-B5D9805EA19B}" dt="2020-09-20T12:11:30.899" v="44" actId="2696"/>
        <pc:sldMkLst>
          <pc:docMk/>
          <pc:sldMk cId="2727392951" sldId="372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820542426" sldId="372"/>
        </pc:sldMkLst>
      </pc:sldChg>
      <pc:sldChg chg="modSp add del setBg">
        <pc:chgData name="Carlo Harvey" userId="7fc0bd1f-30c9-4658-ad48-1164658ac012" providerId="ADAL" clId="{0625C839-C32C-4659-96AF-B5D9805EA19B}" dt="2020-09-20T12:23:51.655" v="164" actId="1076"/>
        <pc:sldMkLst>
          <pc:docMk/>
          <pc:sldMk cId="622228397" sldId="373"/>
        </pc:sldMkLst>
        <pc:picChg chg="mod">
          <ac:chgData name="Carlo Harvey" userId="7fc0bd1f-30c9-4658-ad48-1164658ac012" providerId="ADAL" clId="{0625C839-C32C-4659-96AF-B5D9805EA19B}" dt="2020-09-20T12:23:51.655" v="164" actId="1076"/>
          <ac:picMkLst>
            <pc:docMk/>
            <pc:sldMk cId="622228397" sldId="373"/>
            <ac:picMk id="11266" creationId="{00000000-0000-0000-0000-000000000000}"/>
          </ac:picMkLst>
        </pc:picChg>
      </pc:sldChg>
      <pc:sldChg chg="del">
        <pc:chgData name="Carlo Harvey" userId="7fc0bd1f-30c9-4658-ad48-1164658ac012" providerId="ADAL" clId="{0625C839-C32C-4659-96AF-B5D9805EA19B}" dt="2020-09-20T12:11:30.902" v="47" actId="2696"/>
        <pc:sldMkLst>
          <pc:docMk/>
          <pc:sldMk cId="3318504418" sldId="373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735532033" sldId="374"/>
        </pc:sldMkLst>
      </pc:sldChg>
      <pc:sldChg chg="del">
        <pc:chgData name="Carlo Harvey" userId="7fc0bd1f-30c9-4658-ad48-1164658ac012" providerId="ADAL" clId="{0625C839-C32C-4659-96AF-B5D9805EA19B}" dt="2020-09-20T12:11:30.856" v="29" actId="2696"/>
        <pc:sldMkLst>
          <pc:docMk/>
          <pc:sldMk cId="2429857179" sldId="374"/>
        </pc:sldMkLst>
      </pc:sldChg>
      <pc:sldChg chg="modSp add del setBg">
        <pc:chgData name="Carlo Harvey" userId="7fc0bd1f-30c9-4658-ad48-1164658ac012" providerId="ADAL" clId="{0625C839-C32C-4659-96AF-B5D9805EA19B}" dt="2020-09-20T12:24:05.881" v="177" actId="1036"/>
        <pc:sldMkLst>
          <pc:docMk/>
          <pc:sldMk cId="2567073640" sldId="375"/>
        </pc:sldMkLst>
        <pc:picChg chg="mod">
          <ac:chgData name="Carlo Harvey" userId="7fc0bd1f-30c9-4658-ad48-1164658ac012" providerId="ADAL" clId="{0625C839-C32C-4659-96AF-B5D9805EA19B}" dt="2020-09-20T12:24:05.881" v="177" actId="1036"/>
          <ac:picMkLst>
            <pc:docMk/>
            <pc:sldMk cId="2567073640" sldId="375"/>
            <ac:picMk id="12290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6:18.887" v="206" actId="20577"/>
        <pc:sldMkLst>
          <pc:docMk/>
          <pc:sldMk cId="3311822560" sldId="376"/>
        </pc:sldMkLst>
        <pc:spChg chg="mod">
          <ac:chgData name="Carlo Harvey" userId="7fc0bd1f-30c9-4658-ad48-1164658ac012" providerId="ADAL" clId="{0625C839-C32C-4659-96AF-B5D9805EA19B}" dt="2020-09-20T12:26:18.887" v="206" actId="20577"/>
          <ac:spMkLst>
            <pc:docMk/>
            <pc:sldMk cId="3311822560" sldId="376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5:59.815" v="201" actId="1035"/>
          <ac:picMkLst>
            <pc:docMk/>
            <pc:sldMk cId="3311822560" sldId="376"/>
            <ac:picMk id="1331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6:26.690" v="207" actId="1076"/>
        <pc:sldMkLst>
          <pc:docMk/>
          <pc:sldMk cId="147336025" sldId="377"/>
        </pc:sldMkLst>
        <pc:picChg chg="mod">
          <ac:chgData name="Carlo Harvey" userId="7fc0bd1f-30c9-4658-ad48-1164658ac012" providerId="ADAL" clId="{0625C839-C32C-4659-96AF-B5D9805EA19B}" dt="2020-09-20T12:26:26.690" v="207" actId="1076"/>
          <ac:picMkLst>
            <pc:docMk/>
            <pc:sldMk cId="147336025" sldId="377"/>
            <ac:picMk id="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0:57.173" v="126" actId="27636"/>
        <pc:sldMkLst>
          <pc:docMk/>
          <pc:sldMk cId="3591859929" sldId="378"/>
        </pc:sldMkLst>
        <pc:spChg chg="mod">
          <ac:chgData name="Carlo Harvey" userId="7fc0bd1f-30c9-4658-ad48-1164658ac012" providerId="ADAL" clId="{0625C839-C32C-4659-96AF-B5D9805EA19B}" dt="2020-09-20T12:20:57.173" v="126" actId="27636"/>
          <ac:spMkLst>
            <pc:docMk/>
            <pc:sldMk cId="3591859929" sldId="378"/>
            <ac:spMk id="3" creationId="{00000000-0000-0000-0000-000000000000}"/>
          </ac:spMkLst>
        </pc:spChg>
      </pc:sldChg>
      <pc:sldChg chg="modSp add del setBg">
        <pc:chgData name="Carlo Harvey" userId="7fc0bd1f-30c9-4658-ad48-1164658ac012" providerId="ADAL" clId="{0625C839-C32C-4659-96AF-B5D9805EA19B}" dt="2020-09-20T12:27:11.829" v="228" actId="1076"/>
        <pc:sldMkLst>
          <pc:docMk/>
          <pc:sldMk cId="1054553200" sldId="379"/>
        </pc:sldMkLst>
        <pc:spChg chg="mod">
          <ac:chgData name="Carlo Harvey" userId="7fc0bd1f-30c9-4658-ad48-1164658ac012" providerId="ADAL" clId="{0625C839-C32C-4659-96AF-B5D9805EA19B}" dt="2020-09-20T12:27:03.715" v="224" actId="12"/>
          <ac:spMkLst>
            <pc:docMk/>
            <pc:sldMk cId="1054553200" sldId="379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7:11.829" v="228" actId="1076"/>
          <ac:picMkLst>
            <pc:docMk/>
            <pc:sldMk cId="1054553200" sldId="379"/>
            <ac:picMk id="4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2249183513" sldId="380"/>
        </pc:sldMkLst>
      </pc:sldChg>
      <pc:sldChg chg="modSp add del setBg">
        <pc:chgData name="Carlo Harvey" userId="7fc0bd1f-30c9-4658-ad48-1164658ac012" providerId="ADAL" clId="{0625C839-C32C-4659-96AF-B5D9805EA19B}" dt="2020-09-20T12:27:21.739" v="229" actId="1076"/>
        <pc:sldMkLst>
          <pc:docMk/>
          <pc:sldMk cId="3515736104" sldId="381"/>
        </pc:sldMkLst>
        <pc:spChg chg="mod">
          <ac:chgData name="Carlo Harvey" userId="7fc0bd1f-30c9-4658-ad48-1164658ac012" providerId="ADAL" clId="{0625C839-C32C-4659-96AF-B5D9805EA19B}" dt="2020-09-20T12:20:57.244" v="128" actId="27636"/>
          <ac:spMkLst>
            <pc:docMk/>
            <pc:sldMk cId="3515736104" sldId="381"/>
            <ac:spMk id="3" creationId="{00000000-0000-0000-0000-000000000000}"/>
          </ac:spMkLst>
        </pc:spChg>
        <pc:picChg chg="mod">
          <ac:chgData name="Carlo Harvey" userId="7fc0bd1f-30c9-4658-ad48-1164658ac012" providerId="ADAL" clId="{0625C839-C32C-4659-96AF-B5D9805EA19B}" dt="2020-09-20T12:27:21.739" v="229" actId="1076"/>
          <ac:picMkLst>
            <pc:docMk/>
            <pc:sldMk cId="3515736104" sldId="381"/>
            <ac:picMk id="4" creationId="{00000000-0000-0000-0000-000000000000}"/>
          </ac:picMkLst>
        </pc:pic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469270822" sldId="382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1911211684" sldId="383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339902942" sldId="384"/>
        </pc:sldMkLst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3080352582" sldId="385"/>
        </pc:sldMkLst>
      </pc:sldChg>
      <pc:sldChg chg="modSp add del setBg">
        <pc:chgData name="Carlo Harvey" userId="7fc0bd1f-30c9-4658-ad48-1164658ac012" providerId="ADAL" clId="{0625C839-C32C-4659-96AF-B5D9805EA19B}" dt="2020-09-20T12:27:39.328" v="232" actId="1076"/>
        <pc:sldMkLst>
          <pc:docMk/>
          <pc:sldMk cId="2917616117" sldId="386"/>
        </pc:sldMkLst>
        <pc:picChg chg="mod">
          <ac:chgData name="Carlo Harvey" userId="7fc0bd1f-30c9-4658-ad48-1164658ac012" providerId="ADAL" clId="{0625C839-C32C-4659-96AF-B5D9805EA19B}" dt="2020-09-20T12:27:39.328" v="232" actId="1076"/>
          <ac:picMkLst>
            <pc:docMk/>
            <pc:sldMk cId="2917616117" sldId="386"/>
            <ac:picMk id="4" creationId="{00000000-0000-0000-0000-000000000000}"/>
          </ac:picMkLst>
        </pc:picChg>
      </pc:sldChg>
      <pc:sldChg chg="modSp add del setBg">
        <pc:chgData name="Carlo Harvey" userId="7fc0bd1f-30c9-4658-ad48-1164658ac012" providerId="ADAL" clId="{0625C839-C32C-4659-96AF-B5D9805EA19B}" dt="2020-09-20T12:28:09.366" v="234" actId="255"/>
        <pc:sldMkLst>
          <pc:docMk/>
          <pc:sldMk cId="2478042949" sldId="387"/>
        </pc:sldMkLst>
        <pc:spChg chg="mod">
          <ac:chgData name="Carlo Harvey" userId="7fc0bd1f-30c9-4658-ad48-1164658ac012" providerId="ADAL" clId="{0625C839-C32C-4659-96AF-B5D9805EA19B}" dt="2020-09-20T12:28:09.366" v="234" actId="255"/>
          <ac:spMkLst>
            <pc:docMk/>
            <pc:sldMk cId="2478042949" sldId="387"/>
            <ac:spMk id="3" creationId="{00000000-0000-0000-0000-000000000000}"/>
          </ac:spMkLst>
        </pc:spChg>
      </pc:sldChg>
      <pc:sldChg chg="add del setBg">
        <pc:chgData name="Carlo Harvey" userId="7fc0bd1f-30c9-4658-ad48-1164658ac012" providerId="ADAL" clId="{0625C839-C32C-4659-96AF-B5D9805EA19B}" dt="2020-09-20T12:15:23.138" v="102"/>
        <pc:sldMkLst>
          <pc:docMk/>
          <pc:sldMk cId="659936188" sldId="388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583627964" sldId="389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4276459459" sldId="390"/>
        </pc:sldMkLst>
      </pc:sldChg>
      <pc:sldChg chg="add">
        <pc:chgData name="Carlo Harvey" userId="7fc0bd1f-30c9-4658-ad48-1164658ac012" providerId="ADAL" clId="{0625C839-C32C-4659-96AF-B5D9805EA19B}" dt="2020-09-20T12:28:46.477" v="256"/>
        <pc:sldMkLst>
          <pc:docMk/>
          <pc:sldMk cId="1184841758" sldId="391"/>
        </pc:sldMkLst>
      </pc:sldChg>
      <pc:sldChg chg="modSp add">
        <pc:chgData name="Carlo Harvey" userId="7fc0bd1f-30c9-4658-ad48-1164658ac012" providerId="ADAL" clId="{0625C839-C32C-4659-96AF-B5D9805EA19B}" dt="2020-09-20T12:28:46.604" v="257" actId="27636"/>
        <pc:sldMkLst>
          <pc:docMk/>
          <pc:sldMk cId="2646045406" sldId="392"/>
        </pc:sldMkLst>
        <pc:spChg chg="mod">
          <ac:chgData name="Carlo Harvey" userId="7fc0bd1f-30c9-4658-ad48-1164658ac012" providerId="ADAL" clId="{0625C839-C32C-4659-96AF-B5D9805EA19B}" dt="2020-09-20T12:28:46.604" v="257" actId="27636"/>
          <ac:spMkLst>
            <pc:docMk/>
            <pc:sldMk cId="2646045406" sldId="392"/>
            <ac:spMk id="3" creationId="{00000000-0000-0000-0000-000000000000}"/>
          </ac:spMkLst>
        </pc:spChg>
      </pc:sldChg>
      <pc:sldMasterChg chg="delSp modSp setBg">
        <pc:chgData name="Carlo Harvey" userId="7fc0bd1f-30c9-4658-ad48-1164658ac012" providerId="ADAL" clId="{0625C839-C32C-4659-96AF-B5D9805EA19B}" dt="2020-09-20T12:21:21.112" v="130" actId="2711"/>
        <pc:sldMasterMkLst>
          <pc:docMk/>
          <pc:sldMasterMk cId="1117585176" sldId="2147483660"/>
        </pc:sldMasterMkLst>
        <pc:spChg chg="mod">
          <ac:chgData name="Carlo Harvey" userId="7fc0bd1f-30c9-4658-ad48-1164658ac012" providerId="ADAL" clId="{0625C839-C32C-4659-96AF-B5D9805EA19B}" dt="2020-09-20T12:21:21.112" v="130" actId="2711"/>
          <ac:spMkLst>
            <pc:docMk/>
            <pc:sldMasterMk cId="1117585176" sldId="2147483660"/>
            <ac:spMk id="2" creationId="{00000000-0000-0000-0000-000000000000}"/>
          </ac:spMkLst>
        </pc:spChg>
        <pc:spChg chg="mod">
          <ac:chgData name="Carlo Harvey" userId="7fc0bd1f-30c9-4658-ad48-1164658ac012" providerId="ADAL" clId="{0625C839-C32C-4659-96AF-B5D9805EA19B}" dt="2020-09-20T12:20:56.957" v="122" actId="14100"/>
          <ac:spMkLst>
            <pc:docMk/>
            <pc:sldMasterMk cId="1117585176" sldId="2147483660"/>
            <ac:spMk id="3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4.780" v="110" actId="478"/>
          <ac:spMkLst>
            <pc:docMk/>
            <pc:sldMasterMk cId="1117585176" sldId="2147483660"/>
            <ac:spMk id="4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6.146" v="111" actId="478"/>
          <ac:spMkLst>
            <pc:docMk/>
            <pc:sldMasterMk cId="1117585176" sldId="2147483660"/>
            <ac:spMk id="5" creationId="{00000000-0000-0000-0000-000000000000}"/>
          </ac:spMkLst>
        </pc:spChg>
        <pc:spChg chg="del">
          <ac:chgData name="Carlo Harvey" userId="7fc0bd1f-30c9-4658-ad48-1164658ac012" providerId="ADAL" clId="{0625C839-C32C-4659-96AF-B5D9805EA19B}" dt="2020-09-20T12:20:37.637" v="112" actId="478"/>
          <ac:spMkLst>
            <pc:docMk/>
            <pc:sldMasterMk cId="1117585176" sldId="2147483660"/>
            <ac:spMk id="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BAA2E-F679-43AD-B6DA-B55C6CA53C13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EFB7-E366-4748-B0E0-B37CDB7B7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6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7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6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78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1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5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4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7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26/09/2020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55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3158"/>
            <a:ext cx="7886700" cy="438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 Condensed" panose="020B0606040000020204" pitchFamily="34" charset="0"/>
          <a:ea typeface="DIN Condensed" panose="020B0606040000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Labs 2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Dot and Cross Product</a:t>
            </a:r>
          </a:p>
        </p:txBody>
      </p:sp>
    </p:spTree>
    <p:extLst>
      <p:ext uri="{BB962C8B-B14F-4D97-AF65-F5344CB8AC3E}">
        <p14:creationId xmlns:p14="http://schemas.microsoft.com/office/powerpoint/2010/main" val="20481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and Cross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There are two kinds of multiplication involving vectors. The first is known as the </a:t>
            </a:r>
            <a:r>
              <a:rPr lang="en-GB" sz="2200" b="1" dirty="0"/>
              <a:t>scalar product </a:t>
            </a:r>
            <a:r>
              <a:rPr lang="en-GB" sz="2200" dirty="0"/>
              <a:t>or </a:t>
            </a:r>
            <a:r>
              <a:rPr lang="en-GB" sz="2200" b="1" dirty="0"/>
              <a:t>dot product</a:t>
            </a:r>
            <a:r>
              <a:rPr lang="en-GB" sz="2200" dirty="0"/>
              <a:t>. </a:t>
            </a:r>
          </a:p>
          <a:p>
            <a:r>
              <a:rPr lang="en-GB" sz="2200" dirty="0"/>
              <a:t>When the scalar/dot product of two vectors is calculated the result is a scalar. </a:t>
            </a:r>
          </a:p>
          <a:p>
            <a:r>
              <a:rPr lang="en-GB" sz="2200" dirty="0"/>
              <a:t>The second product is known as the </a:t>
            </a:r>
            <a:r>
              <a:rPr lang="en-GB" sz="2200" b="1" dirty="0"/>
              <a:t>vector product </a:t>
            </a:r>
            <a:r>
              <a:rPr lang="en-GB" sz="2200" dirty="0"/>
              <a:t>or </a:t>
            </a:r>
            <a:r>
              <a:rPr lang="en-GB" sz="2200" b="1" dirty="0"/>
              <a:t>cross product</a:t>
            </a:r>
            <a:r>
              <a:rPr lang="en-GB" sz="2200" dirty="0"/>
              <a:t>. When this is calculated the result is a vector.</a:t>
            </a:r>
          </a:p>
        </p:txBody>
      </p:sp>
    </p:spTree>
    <p:extLst>
      <p:ext uri="{BB962C8B-B14F-4D97-AF65-F5344CB8AC3E}">
        <p14:creationId xmlns:p14="http://schemas.microsoft.com/office/powerpoint/2010/main" val="177611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That a vector can be represented as a </a:t>
            </a:r>
            <a:r>
              <a:rPr lang="en-GB" sz="2200" dirty="0">
                <a:solidFill>
                  <a:srgbClr val="FF0000"/>
                </a:solidFill>
              </a:rPr>
              <a:t>directed line segment.</a:t>
            </a:r>
          </a:p>
          <a:p>
            <a:r>
              <a:rPr lang="en-GB" sz="2200" dirty="0"/>
              <a:t>How to express a vector in Cartesian form</a:t>
            </a:r>
          </a:p>
          <a:p>
            <a:r>
              <a:rPr lang="en-GB" sz="2200" dirty="0"/>
              <a:t>How to find the modulus of a vector</a:t>
            </a:r>
          </a:p>
        </p:txBody>
      </p:sp>
    </p:spTree>
    <p:extLst>
      <p:ext uri="{BB962C8B-B14F-4D97-AF65-F5344CB8AC3E}">
        <p14:creationId xmlns:p14="http://schemas.microsoft.com/office/powerpoint/2010/main" val="3817592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Will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Calculate, from its definition, the scalar product of two given vectors</a:t>
            </a:r>
          </a:p>
          <a:p>
            <a:r>
              <a:rPr lang="en-GB" sz="2200" dirty="0"/>
              <a:t>Calculate the scalar product of two vectors given in Cartesian form</a:t>
            </a:r>
          </a:p>
          <a:p>
            <a:r>
              <a:rPr lang="en-GB" sz="2200" dirty="0"/>
              <a:t>Use the scalar product to find the angle between two vectors</a:t>
            </a:r>
          </a:p>
          <a:p>
            <a:r>
              <a:rPr lang="en-GB" sz="2200" dirty="0"/>
              <a:t>Use the scalar product to test whether two vectors are perpendicular</a:t>
            </a:r>
          </a:p>
          <a:p>
            <a:r>
              <a:rPr lang="en-GB" sz="2200" dirty="0"/>
              <a:t>Understand the right-handed screw rule</a:t>
            </a:r>
          </a:p>
          <a:p>
            <a:r>
              <a:rPr lang="en-GB" sz="2200" dirty="0"/>
              <a:t>Calculate the vector product of two given vectors</a:t>
            </a:r>
          </a:p>
        </p:txBody>
      </p:sp>
    </p:spTree>
    <p:extLst>
      <p:ext uri="{BB962C8B-B14F-4D97-AF65-F5344CB8AC3E}">
        <p14:creationId xmlns:p14="http://schemas.microsoft.com/office/powerpoint/2010/main" val="142342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 /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Two vectors,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Their scalar product, denoted by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, is defined as the product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|</m:t>
                    </m:r>
                    <m:r>
                      <a:rPr lang="en-GB" sz="2200" i="1" dirty="0">
                        <a:latin typeface="Cambria Math"/>
                      </a:rPr>
                      <m:t>.</m:t>
                    </m:r>
                    <m:r>
                      <a:rPr lang="en-GB" sz="2200" b="0" i="1" dirty="0" smtClean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 smtClean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dirty="0"/>
                  <a:t>. </a:t>
                </a:r>
                <a:endParaRPr lang="en-GB" sz="2200" dirty="0"/>
              </a:p>
              <a:p>
                <a:r>
                  <a:rPr lang="en-GB" sz="2200" dirty="0"/>
                  <a:t>Dot (.) sign for the scalar </a:t>
                </a:r>
                <a:r>
                  <a:rPr lang="en-GB" sz="2200" b="1" dirty="0"/>
                  <a:t>(dot) product</a:t>
                </a:r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Cross (×) sign</a:t>
                </a:r>
                <a:r>
                  <a:rPr lang="en-GB" sz="2200" i="1" dirty="0"/>
                  <a:t> </a:t>
                </a:r>
                <a:r>
                  <a:rPr lang="en-GB" sz="2200" dirty="0"/>
                  <a:t>for the vector </a:t>
                </a:r>
                <a:r>
                  <a:rPr lang="en-GB" sz="2200" b="1" dirty="0"/>
                  <a:t>(cross) product</a:t>
                </a:r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 r="-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562" y="2869987"/>
            <a:ext cx="3214875" cy="2741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030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always chosen to lie between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sz="2200" dirty="0"/>
                  <a:t>, and the tails of the two vectors should coincide.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656" r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" y="2278712"/>
            <a:ext cx="842771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767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Product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Dot / Scalar product :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=</m:t>
                    </m:r>
                    <m:r>
                      <a:rPr lang="en-GB" sz="2200" i="1" dirty="0">
                        <a:latin typeface="Cambria Math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dirty="0"/>
                  <a:t>. </a:t>
                </a:r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“the modulus of the first vector, multiplied by the modulus of the second vector, multiplied by the cosine of the angle between them.”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Clearly: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 smtClean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=|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|.|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| </m:t>
                      </m:r>
                      <m:r>
                        <m:rPr>
                          <m:sty m:val="p"/>
                        </m:rPr>
                        <a:rPr lang="en-GB" sz="2200" i="1" dirty="0" err="1">
                          <a:latin typeface="Cambria Math"/>
                        </a:rPr>
                        <m:t>cos</m:t>
                      </m:r>
                      <m:r>
                        <a:rPr lang="en-GB" sz="2200" i="1" dirty="0">
                          <a:latin typeface="Cambria Math"/>
                        </a:rPr>
                        <m:t>⁡</m:t>
                      </m:r>
                      <m:r>
                        <a:rPr lang="el-GR" sz="2200" i="1" dirty="0"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=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2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Given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</m:t>
                    </m:r>
                  </m:oMath>
                </a14:m>
                <a:r>
                  <a:rPr lang="en-GB" sz="2200" dirty="0"/>
                  <a:t> and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GB" sz="2200" dirty="0"/>
                  <a:t> and the angle between them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dirty="0"/>
                  <a:t>. Calculate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43200"/>
            <a:ext cx="23431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432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Given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</m:t>
                    </m:r>
                  </m:oMath>
                </a14:m>
                <a:r>
                  <a:rPr lang="en-GB" sz="2200" dirty="0"/>
                  <a:t> and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modulus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7</m:t>
                    </m:r>
                  </m:oMath>
                </a14:m>
                <a:r>
                  <a:rPr lang="en-GB" sz="2200" dirty="0"/>
                  <a:t> and the angle between them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60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dirty="0"/>
                  <a:t>. Calculate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6</m:t>
                    </m:r>
                    <m:r>
                      <a:rPr lang="en-GB" sz="2200" i="1" dirty="0">
                        <a:latin typeface="Cambria Math"/>
                      </a:rPr>
                      <m:t>. </m:t>
                    </m:r>
                    <m:r>
                      <a:rPr lang="en-GB" sz="2200" b="0" i="1" dirty="0" smtClean="0">
                        <a:latin typeface="Cambria Math"/>
                      </a:rPr>
                      <m:t>7 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n-GB" sz="2200" b="0" i="1" dirty="0" smtClean="0">
                        <a:latin typeface="Cambria Math"/>
                      </a:rPr>
                      <m:t>60</m:t>
                    </m:r>
                    <m:r>
                      <a:rPr lang="en-GB" sz="22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21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Scalar / Dot product is always a scalar.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6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43200"/>
            <a:ext cx="23431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071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07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1</m:t>
                    </m:r>
                    <m:r>
                      <a:rPr lang="en-GB" sz="2200" i="1" dirty="0">
                        <a:latin typeface="Cambria Math"/>
                      </a:rPr>
                      <m:t>. </m:t>
                    </m:r>
                    <m:r>
                      <a:rPr lang="en-GB" sz="2200" b="0" i="1" dirty="0" smtClean="0">
                        <a:latin typeface="Cambria Math"/>
                      </a:rPr>
                      <m:t>1</m:t>
                    </m:r>
                    <m:func>
                      <m:funcPr>
                        <m:ctrlPr>
                          <a:rPr lang="en-GB" sz="2200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i="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0</m:t>
                        </m:r>
                      </m:e>
                    </m:func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i="1" dirty="0" smtClean="0">
                        <a:latin typeface="Cambria Math"/>
                      </a:rPr>
                      <m:t> 1</m:t>
                    </m:r>
                  </m:oMath>
                </a14:m>
                <a:endParaRPr lang="en-GB" sz="2200" i="1" dirty="0"/>
              </a:p>
              <a:p>
                <a:endParaRPr lang="en-GB" sz="2200" dirty="0"/>
              </a:p>
              <a:p>
                <a:r>
                  <a:rPr lang="en-GB" sz="2200" dirty="0"/>
                  <a:t>So the scalar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itself equals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GB" sz="2200" dirty="0"/>
                  <a:t>. It is easy to verify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 1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 1</m:t>
                    </m: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673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unit vectors 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dirty="0"/>
                  <a:t>-axes.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173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where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unit vectors 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dirty="0"/>
                  <a:t>-axes.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=|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|.|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err="1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</m:t>
                    </m:r>
                    <m:r>
                      <a:rPr lang="el-GR" sz="2200" i="1" dirty="0">
                        <a:latin typeface="Cambria Math"/>
                      </a:rPr>
                      <m:t>𝜃</m:t>
                    </m:r>
                  </m:oMath>
                </a14:m>
                <a:r>
                  <a:rPr lang="el-GR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/>
                      </a:rPr>
                      <m:t>=1. 1</m:t>
                    </m:r>
                    <m:func>
                      <m:funcPr>
                        <m:ctrlPr>
                          <a:rPr lang="en-GB" sz="2200" i="1" dirty="0" err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90</m:t>
                        </m:r>
                      </m:e>
                    </m:func>
                    <m:r>
                      <a:rPr lang="en-GB" sz="2200" i="1" dirty="0">
                        <a:latin typeface="Cambria Math"/>
                      </a:rPr>
                      <m:t>=</m:t>
                    </m:r>
                    <m:r>
                      <a:rPr lang="en-GB" sz="2200" b="0" i="1" dirty="0" smtClean="0">
                        <a:latin typeface="Cambria Math"/>
                      </a:rPr>
                      <m:t>0</m:t>
                    </m:r>
                  </m:oMath>
                </a14:m>
                <a:endParaRPr lang="en-GB" sz="2200" i="1" dirty="0"/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 </m:t>
                    </m:r>
                    <m:r>
                      <a:rPr lang="en-GB" sz="2400" i="1" dirty="0" smtClean="0">
                        <a:latin typeface="Cambria Math"/>
                      </a:rPr>
                      <m:t>= 1</m:t>
                    </m:r>
                  </m:oMath>
                </a14:m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𝑖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𝑗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b="0" i="1" dirty="0" smtClean="0">
                            <a:latin typeface="Cambria Math"/>
                          </a:rPr>
                          <m:t>𝑘</m:t>
                        </m:r>
                      </m:e>
                    </m:bar>
                    <m:r>
                      <a:rPr lang="en-GB" sz="2400" i="1" dirty="0" smtClean="0">
                        <a:latin typeface="Cambria Math"/>
                      </a:rPr>
                      <m:t>= 0</m:t>
                    </m:r>
                  </m:oMath>
                </a14:m>
                <a:endParaRPr lang="en-GB" sz="2200" dirty="0"/>
              </a:p>
              <a:p>
                <a:r>
                  <a:rPr lang="en-GB" sz="2200" dirty="0"/>
                  <a:t>Whenever any two vectors are perpendicular to each other their scalar product is zero because the angle between the vectors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90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i="1" dirty="0" smtClean="0">
                        <a:latin typeface="Cambria Math"/>
                      </a:rPr>
                      <m:t>cos</m:t>
                    </m:r>
                    <m:r>
                      <a:rPr lang="en-GB" sz="2200" i="1" dirty="0">
                        <a:latin typeface="Cambria Math"/>
                      </a:rPr>
                      <m:t>⁡90</m:t>
                    </m:r>
                    <m:r>
                      <a:rPr lang="en-GB" sz="2200" i="1" dirty="0" smtClean="0">
                        <a:latin typeface="Cambria Math"/>
                        <a:ea typeface="Cambria Math"/>
                      </a:rPr>
                      <m:t>°</m:t>
                    </m:r>
                    <m:r>
                      <a:rPr lang="en-GB" sz="2200" i="1" dirty="0">
                        <a:latin typeface="Cambria Math"/>
                      </a:rPr>
                      <m:t> = 0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b="1" dirty="0"/>
                  <a:t>The scalar product of perpendicular vectors is zero.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67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Dot Product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We can use the previous results to obtain a formula for finding a scalar product when the vectors are given in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Cartesian </a:t>
                </a:r>
                <a:r>
                  <a:rPr lang="en-GB" sz="2200" dirty="0"/>
                  <a:t>form. We consider vectors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-</a:t>
                </a:r>
                <a:r>
                  <a:rPr lang="en-GB" sz="2200" dirty="0"/>
                  <a:t>plane. Suppose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r>
                  <a:rPr lang="en-GB" sz="2200" dirty="0"/>
                  <a:t>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dirty="0"/>
                  <a:t>          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 </m:t>
                    </m:r>
                    <m:d>
                      <m:dPr>
                        <m:ctrlPr>
                          <a:rPr lang="pl-PL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bar>
                      </m:e>
                    </m:d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dirty="0"/>
                  <a:t>            </a:t>
                </a:r>
                <a14:m>
                  <m:oMath xmlns:m="http://schemas.openxmlformats.org/officeDocument/2006/math"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·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1" i="1" dirty="0">
                              <a:latin typeface="Cambria Math"/>
                            </a:rPr>
                            <m:t>𝒂</m:t>
                          </m:r>
                        </m:e>
                      </m:bar>
                      <m:r>
                        <a:rPr lang="en-GB" b="1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1" i="1" dirty="0">
                              <a:latin typeface="Cambria Math"/>
                            </a:rPr>
                            <m:t>𝒃</m:t>
                          </m:r>
                        </m:e>
                      </m:bar>
                      <m:r>
                        <a:rPr lang="pl-PL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2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1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757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79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l-PL" sz="22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pl-PL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35−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16=19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51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endParaRPr lang="en-GB" sz="2200" dirty="0"/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3000" b="1" i="1" dirty="0">
                              <a:latin typeface="Cambria Math"/>
                            </a:rPr>
                            <m:t>𝒂</m:t>
                          </m:r>
                        </m:e>
                      </m:bar>
                      <m:r>
                        <a:rPr lang="en-GB" sz="3000" b="1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3000" b="1" i="1" dirty="0">
                              <a:latin typeface="Cambria Math"/>
                            </a:rPr>
                            <m:t>𝒃</m:t>
                          </m:r>
                        </m:e>
                      </m:bar>
                      <m:r>
                        <a:rPr lang="pl-PL" sz="30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pl-PL" sz="3000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30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GB" sz="30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GB" sz="3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0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GB" sz="3000" b="1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GB" sz="3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52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288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dirty="0">
                        <a:latin typeface="Cambria Math" panose="02040503050406030204" pitchFamily="18" charset="0"/>
                      </a:rPr>
                      <m:t>=(5)(8)+(3)(−9)+(−2)(11)=40−27−22 =−9</m:t>
                    </m:r>
                  </m:oMath>
                </a14:m>
                <a:endParaRPr lang="en-GB" sz="2200" dirty="0"/>
              </a:p>
              <a:p>
                <a:endParaRPr lang="en-GB" dirty="0"/>
              </a:p>
              <a:p>
                <a:r>
                  <a:rPr lang="en-GB" sz="2200" dirty="0"/>
                  <a:t>Note again that the result is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scalar</a:t>
                </a:r>
                <a:r>
                  <a:rPr lang="en-GB" sz="2200" dirty="0"/>
                  <a:t>: there are no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6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74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6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find the scalar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d>
                      <m:dPr>
                        <m:ctrlPr>
                          <a:rPr lang="en-GB" sz="2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sz="22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24+3+14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961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dirty="0"/>
                  <a:t>.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2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298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dirty="0"/>
                  <a:t>.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d>
                        <m:d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GB" sz="22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en-GB" sz="2200" dirty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2200" b="0" i="0" dirty="0" smtClean="0">
                          <a:latin typeface="Cambria Math" panose="02040503050406030204" pitchFamily="18" charset="0"/>
                        </a:rPr>
                        <m:t>94.</m:t>
                      </m:r>
                    </m:oMath>
                  </m:oMathPara>
                </a14:m>
                <a:endParaRPr lang="en-GB" sz="2200" b="0" dirty="0"/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ba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GB" sz="22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e>
                                    <m:sup>
                                      <m:r>
                                        <a:rPr lang="en-GB" sz="22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94</m:t>
                              </m:r>
                            </m:e>
                          </m:ra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=94.</m:t>
                      </m:r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r>
                  <a:rPr lang="en-GB" dirty="0"/>
                  <a:t>For any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i="1" dirty="0"/>
                  <a:t>, </a:t>
                </a:r>
                <a:r>
                  <a:rPr lang="en-GB" dirty="0"/>
                  <a:t>we have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ba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748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Vector Along Another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two arbitrary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 Let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 be a </a:t>
                </a:r>
                <a:r>
                  <a:rPr lang="en-GB" sz="2200" i="1" dirty="0">
                    <a:solidFill>
                      <a:srgbClr val="FF0000"/>
                    </a:solidFill>
                  </a:rPr>
                  <a:t>unit</a:t>
                </a:r>
                <a:r>
                  <a:rPr lang="en-GB" sz="2200" i="1" dirty="0"/>
                  <a:t> vector </a:t>
                </a:r>
                <a:r>
                  <a:rPr lang="en-GB" sz="2200" dirty="0"/>
                  <a:t>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619267"/>
            <a:ext cx="5867400" cy="38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79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Vector Along Another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5601" y="1844676"/>
                <a:ext cx="4445000" cy="38325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Study the figure carefully and note that a perpendicular has been drawn from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to meet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dirty="0"/>
                  <a:t>. The distance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𝑂𝑄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called the </a:t>
                </a:r>
                <a:r>
                  <a:rPr lang="en-GB" sz="2200" b="1" dirty="0"/>
                  <a:t>projection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onto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Simple trigonometry tells us that the length of the projection is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m:rPr>
                        <m:sty m:val="p"/>
                      </m:rPr>
                      <a:rPr lang="en-GB" sz="220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By taking the scalar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the unit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we find:</a:t>
                </a:r>
              </a:p>
              <a:p>
                <a:pPr marL="0" indent="0">
                  <a:buNone/>
                </a:pPr>
                <a:endParaRPr lang="en-GB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m:rPr>
                          <m:sty m:val="p"/>
                        </m:rPr>
                        <a:rPr lang="en-GB" sz="2200" i="1" dirty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 =|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GB" sz="2200" i="1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l-GR" sz="22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1" y="1844676"/>
                <a:ext cx="4445000" cy="3832556"/>
              </a:xfrm>
              <a:blipFill>
                <a:blip r:embed="rId2"/>
                <a:stretch>
                  <a:fillRect l="-1507" t="-2707" r="-411" b="-1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01" y="1981200"/>
            <a:ext cx="4348287" cy="28354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 bwMode="auto">
              <a:xfrm>
                <a:off x="5220344" y="1572632"/>
                <a:ext cx="3429000" cy="44180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endParaRPr lang="en-GB" sz="2200" kern="0" dirty="0"/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:endParaRPr lang="en-GB" sz="2200" i="1" kern="0" dirty="0">
                  <a:latin typeface="Cambria Math" panose="02040503050406030204" pitchFamily="18" charset="0"/>
                </a:endParaRP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  <m:r>
                      <a:rPr lang="en-GB" sz="2200" b="1" i="1" kern="0" dirty="0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ctrlPr>
                          <a:rPr lang="en-GB" sz="2200" b="1" i="1" kern="0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1" i="1" kern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1" i="1" kern="0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b="1" kern="0" dirty="0"/>
                  <a:t> is the component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1" i="1" kern="0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en-GB" sz="2200" b="1" kern="0" dirty="0"/>
                  <a:t>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b="1" i="1" kern="0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b="1" i="1" kern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1" i="1" kern="0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b="1" kern="0" dirty="0"/>
                  <a:t> </a:t>
                </a: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0344" y="1572632"/>
                <a:ext cx="3429000" cy="4418013"/>
              </a:xfrm>
              <a:prstGeom prst="rect">
                <a:avLst/>
              </a:prstGeom>
              <a:blipFill>
                <a:blip r:embed="rId4"/>
                <a:stretch>
                  <a:fillRect l="-230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273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Scalar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a plane containing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position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unit vector perpendicular to the plane (such a vector is called a </a:t>
                </a:r>
                <a:r>
                  <a:rPr lang="en-GB" sz="2200" b="1" dirty="0"/>
                  <a:t>normal </a:t>
                </a:r>
                <a:r>
                  <a:rPr lang="en-GB" sz="2200" dirty="0"/>
                  <a:t>vector). Find an expression for the perpendicular distance of the plane from the origin.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 r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35965"/>
            <a:ext cx="5486400" cy="26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15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Scalar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Consider a plane containing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position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unit vector perpendicular to the plane (such a vector is called a </a:t>
                </a:r>
                <a:r>
                  <a:rPr lang="en-GB" sz="2200" b="1" dirty="0"/>
                  <a:t>normal </a:t>
                </a:r>
                <a:r>
                  <a:rPr lang="en-GB" sz="2200" dirty="0"/>
                  <a:t>vector). Find an expression for the perpendicular distance of the plane from the origin.</a:t>
                </a:r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6108"/>
            <a:ext cx="5486400" cy="26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75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 Between Two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dirty="0" err="1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l-GR" b="0" i="1" dirty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sz="2200" dirty="0"/>
                  <a:t>Find the angle between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347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Angle Between Two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b="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b="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dirty="0" err="1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l-GR" b="0" i="1" dirty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b="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sz="2200" dirty="0"/>
                  <a:t>Find the angle between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−9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+11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.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dirty="0">
                          <a:latin typeface="Cambria Math" panose="02040503050406030204" pitchFamily="18" charset="0"/>
                        </a:rPr>
                        <m:t>=(5)(8)+(3)(−9)+(−2)(11)=40−27−22 =−9</m:t>
                      </m: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(−2)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38</m:t>
                        </m:r>
                      </m:e>
                    </m:rad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bar>
                      </m:e>
                    </m:d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(−9)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266</m:t>
                        </m:r>
                      </m:e>
                    </m:rad>
                  </m:oMath>
                </a14:m>
                <a:endParaRPr lang="en-GB" sz="2200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.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400" i="1" dirty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400" i="1" dirty="0">
                        <a:latin typeface="Cambria Math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4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i="1" dirty="0">
                                <a:latin typeface="Cambria Math"/>
                              </a:rPr>
                              <m:t>𝑏</m:t>
                            </m:r>
                          </m:e>
                        </m:bar>
                      </m:e>
                    </m:d>
                    <m:func>
                      <m:func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dirty="0" err="1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l-GR" sz="2400" i="1" dirty="0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−9=</m:t>
                      </m:r>
                      <m:rad>
                        <m:radPr>
                          <m:degHide m:val="on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e>
                      </m:rad>
                      <m:rad>
                        <m:radPr>
                          <m:degHide m:val="on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266</m:t>
                          </m:r>
                        </m:e>
                      </m:rad>
                      <m:func>
                        <m:func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i="0" dirty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(−0.0895)</m:t>
                          </m:r>
                        </m:e>
                      </m:func>
                      <m:r>
                        <a:rPr lang="en-GB" i="1" dirty="0">
                          <a:latin typeface="Cambria Math" panose="02040503050406030204" pitchFamily="18" charset="0"/>
                        </a:rPr>
                        <m:t>= 95.14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804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sz="2200" dirty="0"/>
                  <a:t>The angle </a:t>
                </a:r>
                <a:r>
                  <a:rPr lang="en-GB" sz="2200" i="1" dirty="0"/>
                  <a:t>θ </a:t>
                </a:r>
                <a:r>
                  <a:rPr lang="en-GB" sz="2200" dirty="0"/>
                  <a:t>between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,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is such that: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endParaRPr lang="en-GB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GB" sz="2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6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6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  <m:r>
                            <a:rPr lang="en-GB" sz="2600" i="1" dirty="0">
                              <a:latin typeface="Cambria Math"/>
                            </a:rPr>
                            <m:t>.</m:t>
                          </m:r>
                          <m:bar>
                            <m:barPr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6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GB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600" i="1" dirty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</m:bar>
                            </m:e>
                          </m:d>
                          <m:r>
                            <a:rPr lang="en-GB" sz="26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en-GB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600" i="1" dirty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</m:bar>
                            </m:e>
                          </m:d>
                        </m:den>
                      </m:f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9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896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Hand Screw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Consider two vectors and the plane they define, together with a unit vector, denoted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, which is perpendicular to this plane.</a:t>
                </a:r>
              </a:p>
              <a:p>
                <a:r>
                  <a:rPr lang="en-GB" sz="2200" dirty="0"/>
                  <a:t>Imagine turning a right-handed screw, aligned along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, in the sense from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towards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The screw will advance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787" r="-1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303" y="3119039"/>
            <a:ext cx="3473394" cy="251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14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Hand Screw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On the other hand, if the right-handed screw is turned from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towards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the screw will retract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213" y="2029160"/>
            <a:ext cx="6638344" cy="36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35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/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vector / cross product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, written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400" i="1" dirty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400" i="1" dirty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is defined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400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sz="240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endParaRPr lang="en-GB" sz="24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94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265" y="2602166"/>
            <a:ext cx="4821470" cy="300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39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Product: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d>
                    <m:r>
                      <a:rPr lang="en-GB" sz="2200" i="1" dirty="0">
                        <a:latin typeface="Cambria Math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i="1" dirty="0">
                                <a:latin typeface="Cambria Math"/>
                              </a:rPr>
                              <m:t>𝑏</m:t>
                            </m:r>
                          </m:e>
                        </m:bar>
                      </m:e>
                    </m:d>
                    <m:func>
                      <m:func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 dirty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2200" dirty="0"/>
                  <a:t> gives the cross product its modulus whereas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gives its direction.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475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bar>
                        <m:bar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Note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 arising through the application of the right-handed screw rule.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809" y="3305912"/>
            <a:ext cx="3614381" cy="232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26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parallel,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072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parallel, 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400" i="1" dirty="0">
                          <a:latin typeface="Cambria Math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40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𝑎</m:t>
                              </m:r>
                            </m:e>
                          </m:bar>
                        </m:e>
                      </m:d>
                      <m:r>
                        <a:rPr lang="en-GB" sz="2400" i="1" dirty="0">
                          <a:latin typeface="Cambria Math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i="1" dirty="0">
                                  <a:latin typeface="Cambria Math"/>
                                </a:rPr>
                                <m:t>𝑏</m:t>
                              </m:r>
                            </m:e>
                          </m:bar>
                        </m:e>
                      </m:d>
                      <m:func>
                        <m:func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are parallel then the 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between them is zero. Consequently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It follows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. Note that the result,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, is the zero vector.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r>
                  <a:rPr lang="en-GB" sz="2200" dirty="0"/>
                  <a:t>	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  <m:r>
                      <a:rPr lang="en-GB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69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find expressions for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348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Show that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find expressions for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are perpendicular, the angle between them is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°.</m:t>
                    </m:r>
                  </m:oMath>
                </a14:m>
                <a:endParaRPr lang="en-GB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en-GB" sz="22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bar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bar>
                            <m:barPr>
                              <m:ctrlP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bar>
                        </m:e>
                      </m:d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func>
                        <m:funcPr>
                          <m:ctrlPr>
                            <a:rPr lang="en-GB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2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</m:e>
                      </m:func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200" dirty="0"/>
              </a:p>
              <a:p>
                <a:r>
                  <a:rPr lang="en-GB" sz="2200" dirty="0"/>
                  <a:t>The unit vector perpendicular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in the sense defined by the right-hand screw rule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99" y="3527817"/>
            <a:ext cx="6967801" cy="210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978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Formulae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 	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r>
                  <a:rPr lang="en-GB" sz="2200" dirty="0"/>
                  <a:t>It is helpful to think of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written in alphabetical order like this: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Moving left to right yields a positive result: e.g.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Moving right to left yields a negative result: e.g.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262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Cross Product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sz="2200" dirty="0"/>
                  <a:t>Suppose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	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 +</m:t>
                      </m:r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  <m:r>
                        <a:rPr lang="pl-PL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		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:endParaRPr lang="en-GB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pt-BR" sz="25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25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5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)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5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500" i="1" dirty="0" smtClean="0">
                          <a:latin typeface="Cambria Math" panose="02040503050406030204" pitchFamily="18" charset="0"/>
                        </a:rPr>
                        <m:t>)</m:t>
                      </m:r>
                      <m:bar>
                        <m:barPr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5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500" dirty="0"/>
              </a:p>
              <a:p>
                <a:pPr marL="0" indent="0" algn="ctr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096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9640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=−2,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=7,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−2)(−8)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(5)(4)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(5)(7)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(3)(−8)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000" i="1" dirty="0">
                        <a:latin typeface="Cambria Math" panose="02040503050406030204" pitchFamily="18" charset="0"/>
                      </a:rPr>
                      <m:t>+(</m:t>
                    </m:r>
                    <m:d>
                      <m:d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d>
                      <m:dPr>
                        <m:ctrlPr>
                          <a:rPr lang="en-GB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−(−2)(7)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0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16−20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35+24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12+14</m:t>
                        </m:r>
                      </m:e>
                    </m:d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=−4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59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</m:t>
                    </m:r>
                    <m:bar>
                      <m:bar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000" dirty="0"/>
                  <a:t>.</a:t>
                </a:r>
              </a:p>
              <a:p>
                <a:pPr marL="0" indent="0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512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19" r="-5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152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Cross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Evaluate the vector product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Remember: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pt-BR" sz="2200" i="1" dirty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200" dirty="0"/>
              </a:p>
              <a:p>
                <a:r>
                  <a:rPr lang="en-GB" sz="2200" dirty="0"/>
                  <a:t>No</a:t>
                </a:r>
                <a14:m>
                  <m:oMath xmlns:m="http://schemas.openxmlformats.org/officeDocument/2006/math">
                    <m:r>
                      <a:rPr lang="en-GB" sz="220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 component,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2200" dirty="0"/>
                  <a:t> are both zero.</a:t>
                </a:r>
              </a:p>
              <a:p>
                <a:pPr marL="0" indent="0">
                  <a:buNone/>
                </a:pPr>
                <a:endParaRPr lang="en-GB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bar>
                      <m:r>
                        <a:rPr lang="en-GB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</m:bar>
                      <m:r>
                        <a:rPr lang="en-GB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2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2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GB" sz="2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d>
                          <m:d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0" smtClean="0">
                            <a:latin typeface="Cambria Math" panose="02040503050406030204" pitchFamily="18" charset="0"/>
                          </a:rPr>
                          <m:t>−3−10</m:t>
                        </m:r>
                      </m:e>
                    </m:d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=−13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3567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Questions?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Dot and Cross Product</a:t>
            </a:r>
          </a:p>
        </p:txBody>
      </p:sp>
    </p:spTree>
    <p:extLst>
      <p:ext uri="{BB962C8B-B14F-4D97-AF65-F5344CB8AC3E}">
        <p14:creationId xmlns:p14="http://schemas.microsoft.com/office/powerpoint/2010/main" val="27399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812</TotalTime>
  <Words>2716</Words>
  <Application>Microsoft Office PowerPoint</Application>
  <PresentationFormat>On-screen Show (4:3)</PresentationFormat>
  <Paragraphs>250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DIN Condensed</vt:lpstr>
      <vt:lpstr>Office Theme</vt:lpstr>
      <vt:lpstr>PowerPoint Presentation</vt:lpstr>
      <vt:lpstr>Dot and Cross Products</vt:lpstr>
      <vt:lpstr>What You Should Know</vt:lpstr>
      <vt:lpstr>What You Will Know</vt:lpstr>
      <vt:lpstr>Scalar / Dot Product</vt:lpstr>
      <vt:lpstr>Vector Alignment</vt:lpstr>
      <vt:lpstr>Dot Product Recap</vt:lpstr>
      <vt:lpstr>Exercise: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Dot Product Formula</vt:lpstr>
      <vt:lpstr>Exercise: Dot Product</vt:lpstr>
      <vt:lpstr>Exercise: Dot Product</vt:lpstr>
      <vt:lpstr>3D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Exercise: Dot Product</vt:lpstr>
      <vt:lpstr>One Vector Along Another</vt:lpstr>
      <vt:lpstr>One Vector Along Another</vt:lpstr>
      <vt:lpstr>Exercise: Scalar Product</vt:lpstr>
      <vt:lpstr>Exercise: Scalar Product</vt:lpstr>
      <vt:lpstr>Angle Between Two Vectors</vt:lpstr>
      <vt:lpstr>Angle Between Two Vectors</vt:lpstr>
      <vt:lpstr>Generalising</vt:lpstr>
      <vt:lpstr>Right Hand Screw Rule</vt:lpstr>
      <vt:lpstr>Right Hand Screw Rule</vt:lpstr>
      <vt:lpstr>Vector / Cross Product</vt:lpstr>
      <vt:lpstr>Cross Product: Formulae</vt:lpstr>
      <vt:lpstr>▁a×▁b≠▁b×▁a</vt:lpstr>
      <vt:lpstr>Exercise: Cross Product</vt:lpstr>
      <vt:lpstr>Exercise: Cross Product</vt:lpstr>
      <vt:lpstr>Exercise: Cross Product</vt:lpstr>
      <vt:lpstr>Exercise: Cross Product</vt:lpstr>
      <vt:lpstr>Unit Vector Formulae</vt:lpstr>
      <vt:lpstr>Cross Product Formula</vt:lpstr>
      <vt:lpstr>Exercise: Cross Product</vt:lpstr>
      <vt:lpstr>Exercise: Cross Product</vt:lpstr>
      <vt:lpstr>Exercise: Cross Product</vt:lpstr>
      <vt:lpstr>Exercise: Cross Product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Warder</dc:creator>
  <cp:lastModifiedBy>Carlo Harvey</cp:lastModifiedBy>
  <cp:revision>93</cp:revision>
  <dcterms:created xsi:type="dcterms:W3CDTF">2014-08-06T14:23:10Z</dcterms:created>
  <dcterms:modified xsi:type="dcterms:W3CDTF">2020-09-26T16:04:49Z</dcterms:modified>
</cp:coreProperties>
</file>